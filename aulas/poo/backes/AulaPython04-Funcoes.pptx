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media/image75.png" ContentType="image/png"/>
  <Override PartName="/ppt/media/image9.png" ContentType="image/png"/>
  <Override PartName="/ppt/media/image57.png" ContentType="image/png"/>
  <Override PartName="/ppt/media/image1.png" ContentType="image/png"/>
  <Override PartName="/ppt/media/image58.png" ContentType="image/png"/>
  <Override PartName="/ppt/media/image2.png" ContentType="image/png"/>
  <Override PartName="/ppt/media/image59.png" ContentType="image/png"/>
  <Override PartName="/ppt/media/image3.png" ContentType="image/png"/>
  <Override PartName="/ppt/media/image70.png" ContentType="image/png"/>
  <Override PartName="/ppt/media/image4.png" ContentType="image/png"/>
  <Override PartName="/ppt/media/image71.png" ContentType="image/png"/>
  <Override PartName="/ppt/media/image5.png" ContentType="image/png"/>
  <Override PartName="/ppt/media/image72.png" ContentType="image/png"/>
  <Override PartName="/ppt/media/image6.png" ContentType="image/png"/>
  <Override PartName="/ppt/media/image73.png" ContentType="image/png"/>
  <Override PartName="/ppt/media/image7.png" ContentType="image/png"/>
  <Override PartName="/ppt/media/image74.png" ContentType="image/png"/>
  <Override PartName="/ppt/media/image8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33.png" ContentType="image/png"/>
  <Override PartName="/ppt/media/image34.png" ContentType="image/png"/>
  <Override PartName="/ppt/media/image35.png" ContentType="image/png"/>
  <Override PartName="/ppt/media/image36.png" ContentType="image/png"/>
  <Override PartName="/ppt/media/image37.png" ContentType="image/png"/>
  <Override PartName="/ppt/media/image38.png" ContentType="image/png"/>
  <Override PartName="/ppt/media/image39.png" ContentType="image/png"/>
  <Override PartName="/ppt/media/image40.png" ContentType="image/png"/>
  <Override PartName="/ppt/media/image41.png" ContentType="image/png"/>
  <Override PartName="/ppt/media/image42.png" ContentType="image/png"/>
  <Override PartName="/ppt/media/image43.png" ContentType="image/png"/>
  <Override PartName="/ppt/media/image44.png" ContentType="image/png"/>
  <Override PartName="/ppt/media/image45.png" ContentType="image/png"/>
  <Override PartName="/ppt/media/image46.png" ContentType="image/png"/>
  <Override PartName="/ppt/media/image47.png" ContentType="image/png"/>
  <Override PartName="/ppt/media/image48.png" ContentType="image/png"/>
  <Override PartName="/ppt/media/image49.png" ContentType="image/png"/>
  <Override PartName="/ppt/media/image50.png" ContentType="image/png"/>
  <Override PartName="/ppt/media/image51.png" ContentType="image/png"/>
  <Override PartName="/ppt/media/image52.png" ContentType="image/png"/>
  <Override PartName="/ppt/media/image53.png" ContentType="image/png"/>
  <Override PartName="/ppt/media/image54.png" ContentType="image/png"/>
  <Override PartName="/ppt/media/image55.png" ContentType="image/png"/>
  <Override PartName="/ppt/media/image56.png" ContentType="image/png"/>
  <Override PartName="/ppt/media/image60.png" ContentType="image/png"/>
  <Override PartName="/ppt/media/image61.png" ContentType="image/png"/>
  <Override PartName="/ppt/media/image62.png" ContentType="image/png"/>
  <Override PartName="/ppt/media/image63.png" ContentType="image/png"/>
  <Override PartName="/ppt/media/image64.png" ContentType="image/png"/>
  <Override PartName="/ppt/media/image65.png" ContentType="image/png"/>
  <Override PartName="/ppt/media/image66.png" ContentType="image/png"/>
  <Override PartName="/ppt/media/image67.png" ContentType="image/png"/>
  <Override PartName="/ppt/media/image68.png" ContentType="image/png"/>
  <Override PartName="/ppt/media/image69.png" ContentType="image/png"/>
  <Override PartName="/ppt/media/image76.png" ContentType="image/png"/>
  <Override PartName="/ppt/media/image77.jpeg" ContentType="image/jpeg"/>
  <Override PartName="/ppt/media/image78.jpeg" ContentType="image/jpeg"/>
  <Override PartName="/ppt/media/image79.png" ContentType="image/png"/>
  <Override PartName="/ppt/media/image80.png" ContentType="image/png"/>
  <Override PartName="/ppt/media/image81.png" ContentType="image/png"/>
  <Override PartName="/ppt/media/image82.png" ContentType="image/png"/>
  <Override PartName="/ppt/media/image83.png" ContentType="image/png"/>
  <Override PartName="/ppt/media/image84.png" ContentType="image/png"/>
  <Override PartName="/ppt/media/image85.png" ContentType="image/png"/>
  <Override PartName="/ppt/media/image86.png" ContentType="image/png"/>
  <Override PartName="/ppt/media/image87.png" ContentType="image/png"/>
  <Override PartName="/ppt/media/image88.png" ContentType="image/png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26.xml" ContentType="application/vnd.openxmlformats-officedocument.presentationml.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_rels/slide9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38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25.xml.rels" ContentType="application/vnd.openxmlformats-package.relationships+xml"/>
  <Override PartName="/ppt/slides/_rels/slide26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</p:sldIdLst>
  <p:sldSz cx="4572000" cy="3429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216000" y="510120"/>
            <a:ext cx="3812040" cy="18871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26172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225936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261720" y="1850040"/>
            <a:ext cx="38984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261720" y="1850040"/>
            <a:ext cx="38984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225936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26172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39" name="" descr=""/>
          <p:cNvPicPr/>
          <p:nvPr/>
        </p:nvPicPr>
        <p:blipFill>
          <a:blip r:embed="rId2"/>
          <a:stretch/>
        </p:blipFill>
        <p:spPr>
          <a:xfrm>
            <a:off x="1152000" y="966960"/>
            <a:ext cx="2117520" cy="1689480"/>
          </a:xfrm>
          <a:prstGeom prst="rect">
            <a:avLst/>
          </a:prstGeom>
          <a:ln>
            <a:noFill/>
          </a:ln>
        </p:spPr>
      </p:pic>
      <p:pic>
        <p:nvPicPr>
          <p:cNvPr id="40" name="" descr=""/>
          <p:cNvPicPr/>
          <p:nvPr/>
        </p:nvPicPr>
        <p:blipFill>
          <a:blip r:embed="rId3"/>
          <a:stretch/>
        </p:blipFill>
        <p:spPr>
          <a:xfrm>
            <a:off x="1152000" y="966960"/>
            <a:ext cx="2117520" cy="1689480"/>
          </a:xfrm>
          <a:prstGeom prst="rect">
            <a:avLst/>
          </a:prstGeom>
          <a:ln>
            <a:noFill/>
          </a:ln>
        </p:spPr>
      </p:pic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subTitle"/>
          </p:nvPr>
        </p:nvSpPr>
        <p:spPr>
          <a:xfrm>
            <a:off x="216000" y="510120"/>
            <a:ext cx="3812040" cy="18871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32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26172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225936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body"/>
          </p:nvPr>
        </p:nvSpPr>
        <p:spPr>
          <a:xfrm>
            <a:off x="261720" y="1850040"/>
            <a:ext cx="38984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261720" y="1850040"/>
            <a:ext cx="38984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2259360" y="96732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225936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261720" y="1850040"/>
            <a:ext cx="1902240" cy="8056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/>
          <a:p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80" name="" descr=""/>
          <p:cNvPicPr/>
          <p:nvPr/>
        </p:nvPicPr>
        <p:blipFill>
          <a:blip r:embed="rId2"/>
          <a:stretch/>
        </p:blipFill>
        <p:spPr>
          <a:xfrm>
            <a:off x="1152000" y="966960"/>
            <a:ext cx="2117520" cy="1689480"/>
          </a:xfrm>
          <a:prstGeom prst="rect">
            <a:avLst/>
          </a:prstGeom>
          <a:ln>
            <a:noFill/>
          </a:ln>
        </p:spPr>
      </p:pic>
      <p:pic>
        <p:nvPicPr>
          <p:cNvPr id="81" name="" descr=""/>
          <p:cNvPicPr/>
          <p:nvPr/>
        </p:nvPicPr>
        <p:blipFill>
          <a:blip r:embed="rId3"/>
          <a:stretch/>
        </p:blipFill>
        <p:spPr>
          <a:xfrm>
            <a:off x="1152000" y="966960"/>
            <a:ext cx="2117520" cy="168948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bg object 16" descr=""/>
          <p:cNvPicPr/>
          <p:nvPr/>
        </p:nvPicPr>
        <p:blipFill>
          <a:blip r:embed="rId2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" name="bg object 17" descr=""/>
          <p:cNvPicPr/>
          <p:nvPr/>
        </p:nvPicPr>
        <p:blipFill>
          <a:blip r:embed="rId3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ftr"/>
          </p:nvPr>
        </p:nvSpPr>
        <p:spPr>
          <a:xfrm>
            <a:off x="1554480" y="3188880"/>
            <a:ext cx="1462680" cy="171000"/>
          </a:xfrm>
          <a:prstGeom prst="rect">
            <a:avLst/>
          </a:prstGeom>
        </p:spPr>
        <p:txBody>
          <a:bodyPr lIns="0" rIns="0" tIns="0" bIns="0"/>
          <a:p>
            <a:endParaRPr b="0" lang="pt-BR" sz="2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/>
          </p:nvPr>
        </p:nvSpPr>
        <p:spPr>
          <a:xfrm>
            <a:off x="22860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07/11/25</a:t>
            </a:r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/>
          </p:nvPr>
        </p:nvSpPr>
        <p:spPr>
          <a:xfrm>
            <a:off x="329184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 algn="r">
              <a:lnSpc>
                <a:spcPct val="100000"/>
              </a:lnSpc>
            </a:pPr>
            <a:fld id="{243D7B04-B21C-4A3B-A0F5-03478EB99A3C}" type="slidenum"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228600" y="136800"/>
            <a:ext cx="4114440" cy="572040"/>
          </a:xfrm>
          <a:prstGeom prst="rect">
            <a:avLst/>
          </a:prstGeom>
        </p:spPr>
        <p:txBody>
          <a:bodyPr lIns="0" rIns="0" tIns="0" bIns="0" anchor="ctr"/>
          <a:p>
            <a:pPr algn="ctr"/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228600" y="802080"/>
            <a:ext cx="4114440" cy="1988280"/>
          </a:xfrm>
          <a:prstGeom prst="rect">
            <a:avLst/>
          </a:prstGeom>
        </p:spPr>
        <p:txBody>
          <a:bodyPr lIns="0" rIns="0" tIns="0" bIns="0"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Clique para editar o formato do texto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864000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2" marL="1296000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3.º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3" marL="1728000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4.º nível da estrutura de tópicos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4" marL="2160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5.º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5" marL="259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6.º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6" marL="3024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7.º nível da estrutura de tópicos</a:t>
            </a:r>
            <a:endParaRPr b="0" lang="pt-BR" sz="20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bg object 16" descr=""/>
          <p:cNvPicPr/>
          <p:nvPr/>
        </p:nvPicPr>
        <p:blipFill>
          <a:blip r:embed="rId2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42" name="bg object 17" descr=""/>
          <p:cNvPicPr/>
          <p:nvPr/>
        </p:nvPicPr>
        <p:blipFill>
          <a:blip r:embed="rId3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16000" y="510120"/>
            <a:ext cx="3812040" cy="406800"/>
          </a:xfrm>
          <a:prstGeom prst="rect">
            <a:avLst/>
          </a:prstGeom>
        </p:spPr>
        <p:txBody>
          <a:bodyPr lIns="0" rIns="0" tIns="0" bIns="0"/>
          <a:p>
            <a:pPr algn="ctr"/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261720" y="967320"/>
            <a:ext cx="3898440" cy="1689480"/>
          </a:xfrm>
          <a:prstGeom prst="rect">
            <a:avLst/>
          </a:prstGeom>
        </p:spPr>
        <p:txBody>
          <a:bodyPr lIns="0" rIns="0" tIns="0" bIns="0"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Clique para editar o formato do texto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864000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2" marL="1296000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3.º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3" marL="1728000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4.º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4" marL="2160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5.º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5" marL="259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6.º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6" marL="3024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7.º nível da estrutura de tópicos</a:t>
            </a:r>
            <a:endParaRPr b="0" lang="pt-BR" sz="13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ftr"/>
          </p:nvPr>
        </p:nvSpPr>
        <p:spPr>
          <a:xfrm>
            <a:off x="1554480" y="3188880"/>
            <a:ext cx="1462680" cy="171000"/>
          </a:xfrm>
          <a:prstGeom prst="rect">
            <a:avLst/>
          </a:prstGeom>
        </p:spPr>
        <p:txBody>
          <a:bodyPr lIns="0" rIns="0" tIns="0" bIns="0"/>
          <a:p>
            <a:endParaRPr b="0" lang="pt-BR" sz="2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/>
          </p:nvPr>
        </p:nvSpPr>
        <p:spPr>
          <a:xfrm>
            <a:off x="22860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>
              <a:lnSpc>
                <a:spcPct val="100000"/>
              </a:lnSpc>
            </a:pPr>
            <a:r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07/11/25</a:t>
            </a:r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/>
          </p:nvPr>
        </p:nvSpPr>
        <p:spPr>
          <a:xfrm>
            <a:off x="3291840" y="3188880"/>
            <a:ext cx="1051200" cy="171000"/>
          </a:xfrm>
          <a:prstGeom prst="rect">
            <a:avLst/>
          </a:prstGeom>
        </p:spPr>
        <p:txBody>
          <a:bodyPr lIns="0" rIns="0" tIns="0" bIns="0"/>
          <a:p>
            <a:pPr algn="r">
              <a:lnSpc>
                <a:spcPct val="100000"/>
              </a:lnSpc>
            </a:pPr>
            <a:fld id="{E9581544-6EE9-41C5-9D7B-2523C1D681F4}" type="slidenum">
              <a:rPr b="0" lang="pt-BR" sz="1400" spc="-1" strike="noStrike">
                <a:solidFill>
                  <a:srgbClr val="b2b2b2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4.png"/><Relationship Id="rId2" Type="http://schemas.openxmlformats.org/officeDocument/2006/relationships/image" Target="../media/image45.png"/><Relationship Id="rId3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image" Target="../media/image51.png"/><Relationship Id="rId3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image" Target="../media/image53.png"/><Relationship Id="rId3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4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60.png"/><Relationship Id="rId3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1.png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5.png"/><Relationship Id="rId2" Type="http://schemas.openxmlformats.org/officeDocument/2006/relationships/image" Target="../media/image66.png"/><Relationship Id="rId3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7.png"/><Relationship Id="rId2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8.png"/><Relationship Id="rId2" Type="http://schemas.openxmlformats.org/officeDocument/2006/relationships/image" Target="../media/image69.png"/><Relationship Id="rId3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70.png"/><Relationship Id="rId2" Type="http://schemas.openxmlformats.org/officeDocument/2006/relationships/image" Target="../media/image71.png"/><Relationship Id="rId3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72.png"/><Relationship Id="rId2" Type="http://schemas.openxmlformats.org/officeDocument/2006/relationships/image" Target="../media/image73.png"/><Relationship Id="rId3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slideLayout" Target="../slideLayouts/slideLayout1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75.png"/><Relationship Id="rId2" Type="http://schemas.openxmlformats.org/officeDocument/2006/relationships/image" Target="../media/image76.png"/><Relationship Id="rId3" Type="http://schemas.openxmlformats.org/officeDocument/2006/relationships/image" Target="../media/image77.jpeg"/><Relationship Id="rId4" Type="http://schemas.openxmlformats.org/officeDocument/2006/relationships/slideLayout" Target="../slideLayouts/slideLayout1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78.jpeg"/><Relationship Id="rId2" Type="http://schemas.openxmlformats.org/officeDocument/2006/relationships/slideLayout" Target="../slideLayouts/slideLayout1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79.png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83.png"/><Relationship Id="rId2" Type="http://schemas.openxmlformats.org/officeDocument/2006/relationships/image" Target="../media/image84.png"/><Relationship Id="rId3" Type="http://schemas.openxmlformats.org/officeDocument/2006/relationships/slideLayout" Target="../slideLayouts/slideLayout1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85.png"/><Relationship Id="rId2" Type="http://schemas.openxmlformats.org/officeDocument/2006/relationships/image" Target="../media/image86.png"/><Relationship Id="rId3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87.png"/><Relationship Id="rId2" Type="http://schemas.openxmlformats.org/officeDocument/2006/relationships/image" Target="../media/image88.png"/><Relationship Id="rId3" Type="http://schemas.openxmlformats.org/officeDocument/2006/relationships/hyperlink" Target="https://youtu.be/JiltwM2iqJE" TargetMode="External"/><Relationship Id="rId4" Type="http://schemas.openxmlformats.org/officeDocument/2006/relationships/hyperlink" Target="https://youtu.be/yhC4MAqHBPw" TargetMode="External"/><Relationship Id="rId5" Type="http://schemas.openxmlformats.org/officeDocument/2006/relationships/hyperlink" Target="https://youtu.be/egIV7E7KvdI" TargetMode="External"/><Relationship Id="rId6" Type="http://schemas.openxmlformats.org/officeDocument/2006/relationships/slideLayout" Target="../slideLayouts/slideLayout1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https://youtu.be/JFpodcSZsHw" TargetMode="External"/><Relationship Id="rId2" Type="http://schemas.openxmlformats.org/officeDocument/2006/relationships/hyperlink" Target="https://youtu.be/O__z52PzkfY" TargetMode="External"/><Relationship Id="rId3" Type="http://schemas.openxmlformats.org/officeDocument/2006/relationships/hyperlink" Target="https://youtu.be/O__z52PzkfY" TargetMode="External"/><Relationship Id="rId4" Type="http://schemas.openxmlformats.org/officeDocument/2006/relationships/hyperlink" Target="https://youtu.be/clIhHcHB9n8" TargetMode="External"/><Relationship Id="rId5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83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pic>
        <p:nvPicPr>
          <p:cNvPr id="84" name="object 5" descr=""/>
          <p:cNvPicPr/>
          <p:nvPr/>
        </p:nvPicPr>
        <p:blipFill>
          <a:blip r:embed="rId3"/>
          <a:stretch/>
        </p:blipFill>
        <p:spPr>
          <a:xfrm>
            <a:off x="1422000" y="1057680"/>
            <a:ext cx="3075120" cy="784440"/>
          </a:xfrm>
          <a:prstGeom prst="rect">
            <a:avLst/>
          </a:prstGeom>
          <a:ln>
            <a:noFill/>
          </a:ln>
        </p:spPr>
      </p:pic>
      <p:sp>
        <p:nvSpPr>
          <p:cNvPr id="85" name="CustomShape 1"/>
          <p:cNvSpPr/>
          <p:nvPr/>
        </p:nvSpPr>
        <p:spPr>
          <a:xfrm>
            <a:off x="407520" y="2434680"/>
            <a:ext cx="3901320" cy="36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Prof. Eduardo Campos (CEFET-MG)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261720" y="968040"/>
            <a:ext cx="3724560" cy="849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são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blocos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código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 podem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nomeados</a:t>
            </a:r>
            <a:r>
              <a:rPr b="0" lang="pt-BR" sz="13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chamados</a:t>
            </a:r>
            <a:r>
              <a:rPr b="0" lang="pt-BR" sz="13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print()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:</a:t>
            </a:r>
            <a:r>
              <a:rPr b="0" lang="pt-BR" sz="12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escreve</a:t>
            </a:r>
            <a:r>
              <a:rPr b="0" lang="pt-BR" sz="12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tela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input</a:t>
            </a:r>
            <a:r>
              <a:rPr b="1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()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: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lê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teclado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" dur="indefinite" restart="never" nodeType="tmRoot">
          <p:childTnLst>
            <p:seq>
              <p:cTn id="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89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90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261720" y="925560"/>
            <a:ext cx="3600000" cy="1422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Facilitam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estruturação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e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reutilização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código.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Estruturação:</a:t>
            </a:r>
            <a:r>
              <a:rPr b="0" lang="pt-BR" sz="1200" spc="14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programas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grandes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complexos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são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construídos</a:t>
            </a:r>
            <a:r>
              <a:rPr b="0" lang="pt-BR" sz="12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bloco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bloco.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Reutilização: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uso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evita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cópia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desnecessária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trechos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código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realizam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mesma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tarefa,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diminuindo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assim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tamanho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ocorrência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erros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5" dur="indefinite" restart="never" nodeType="tmRoot">
          <p:childTnLst>
            <p:seq>
              <p:cTn id="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Shape 1"/>
          <p:cNvSpPr txBox="1"/>
          <p:nvPr/>
        </p:nvSpPr>
        <p:spPr>
          <a:xfrm>
            <a:off x="216000" y="510120"/>
            <a:ext cx="3812040" cy="77436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97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3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rebuchet MS"/>
              </a:rPr>
              <a:t>–</a:t>
            </a:r>
            <a:r>
              <a:rPr b="0" lang="pt-BR" sz="2500" spc="-19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rebuchet MS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Ordem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Execução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93" name="object 4" descr=""/>
          <p:cNvPicPr/>
          <p:nvPr/>
        </p:nvPicPr>
        <p:blipFill>
          <a:blip r:embed="rId1"/>
          <a:stretch/>
        </p:blipFill>
        <p:spPr>
          <a:xfrm>
            <a:off x="3191040" y="1807200"/>
            <a:ext cx="999720" cy="1064160"/>
          </a:xfrm>
          <a:prstGeom prst="rect">
            <a:avLst/>
          </a:prstGeom>
          <a:ln>
            <a:noFill/>
          </a:ln>
        </p:spPr>
      </p:pic>
      <p:pic>
        <p:nvPicPr>
          <p:cNvPr id="94" name="object 5" descr=""/>
          <p:cNvPicPr/>
          <p:nvPr/>
        </p:nvPicPr>
        <p:blipFill>
          <a:blip r:embed="rId2"/>
          <a:stretch/>
        </p:blipFill>
        <p:spPr>
          <a:xfrm>
            <a:off x="266760" y="1807200"/>
            <a:ext cx="2499840" cy="1392840"/>
          </a:xfrm>
          <a:prstGeom prst="rect">
            <a:avLst/>
          </a:prstGeom>
          <a:ln>
            <a:noFill/>
          </a:ln>
        </p:spPr>
      </p:pic>
      <p:sp>
        <p:nvSpPr>
          <p:cNvPr id="95" name="CustomShape 2"/>
          <p:cNvSpPr/>
          <p:nvPr/>
        </p:nvSpPr>
        <p:spPr>
          <a:xfrm>
            <a:off x="1288440" y="1819440"/>
            <a:ext cx="1514160" cy="1085400"/>
          </a:xfrm>
          <a:custGeom>
            <a:avLst/>
            <a:gdLst/>
            <a:ahLst/>
            <a:rect l="l" t="t" r="r" b="b"/>
            <a:pathLst>
              <a:path w="1514475" h="1085850">
                <a:moveTo>
                  <a:pt x="1495425" y="1066800"/>
                </a:moveTo>
                <a:lnTo>
                  <a:pt x="0" y="1066800"/>
                </a:lnTo>
                <a:lnTo>
                  <a:pt x="0" y="1085850"/>
                </a:lnTo>
                <a:lnTo>
                  <a:pt x="1514475" y="1085850"/>
                </a:lnTo>
                <a:lnTo>
                  <a:pt x="1514475" y="1076325"/>
                </a:lnTo>
                <a:lnTo>
                  <a:pt x="1495425" y="1076325"/>
                </a:lnTo>
                <a:lnTo>
                  <a:pt x="1495425" y="1066800"/>
                </a:lnTo>
                <a:close/>
                <a:moveTo>
                  <a:pt x="1495425" y="28575"/>
                </a:moveTo>
                <a:lnTo>
                  <a:pt x="1495425" y="1076325"/>
                </a:lnTo>
                <a:lnTo>
                  <a:pt x="1504950" y="1066800"/>
                </a:lnTo>
                <a:lnTo>
                  <a:pt x="1514475" y="1066800"/>
                </a:lnTo>
                <a:lnTo>
                  <a:pt x="1514475" y="38100"/>
                </a:lnTo>
                <a:lnTo>
                  <a:pt x="1504950" y="38100"/>
                </a:lnTo>
                <a:lnTo>
                  <a:pt x="1495425" y="28575"/>
                </a:lnTo>
                <a:close/>
                <a:moveTo>
                  <a:pt x="1514475" y="1066800"/>
                </a:moveTo>
                <a:lnTo>
                  <a:pt x="1504950" y="1066800"/>
                </a:lnTo>
                <a:lnTo>
                  <a:pt x="1495425" y="1076325"/>
                </a:lnTo>
                <a:lnTo>
                  <a:pt x="1514475" y="1076325"/>
                </a:lnTo>
                <a:lnTo>
                  <a:pt x="1514475" y="1066800"/>
                </a:lnTo>
                <a:close/>
                <a:moveTo>
                  <a:pt x="285750" y="0"/>
                </a:moveTo>
                <a:lnTo>
                  <a:pt x="228600" y="28575"/>
                </a:lnTo>
                <a:lnTo>
                  <a:pt x="285750" y="57150"/>
                </a:lnTo>
                <a:lnTo>
                  <a:pt x="285750" y="38100"/>
                </a:lnTo>
                <a:lnTo>
                  <a:pt x="276225" y="38100"/>
                </a:lnTo>
                <a:lnTo>
                  <a:pt x="276225" y="19050"/>
                </a:lnTo>
                <a:lnTo>
                  <a:pt x="285750" y="19050"/>
                </a:lnTo>
                <a:lnTo>
                  <a:pt x="285750" y="0"/>
                </a:lnTo>
                <a:close/>
                <a:moveTo>
                  <a:pt x="285750" y="19050"/>
                </a:moveTo>
                <a:lnTo>
                  <a:pt x="276225" y="19050"/>
                </a:lnTo>
                <a:lnTo>
                  <a:pt x="276225" y="38100"/>
                </a:lnTo>
                <a:lnTo>
                  <a:pt x="285750" y="38100"/>
                </a:lnTo>
                <a:lnTo>
                  <a:pt x="285750" y="19050"/>
                </a:lnTo>
                <a:close/>
                <a:moveTo>
                  <a:pt x="1514475" y="19050"/>
                </a:moveTo>
                <a:lnTo>
                  <a:pt x="285750" y="19050"/>
                </a:lnTo>
                <a:lnTo>
                  <a:pt x="285750" y="38100"/>
                </a:lnTo>
                <a:lnTo>
                  <a:pt x="1495425" y="38100"/>
                </a:lnTo>
                <a:lnTo>
                  <a:pt x="1495425" y="28575"/>
                </a:lnTo>
                <a:lnTo>
                  <a:pt x="1514475" y="28575"/>
                </a:lnTo>
                <a:lnTo>
                  <a:pt x="1514475" y="19050"/>
                </a:lnTo>
                <a:close/>
                <a:moveTo>
                  <a:pt x="1514475" y="28575"/>
                </a:moveTo>
                <a:lnTo>
                  <a:pt x="1495425" y="28575"/>
                </a:lnTo>
                <a:lnTo>
                  <a:pt x="1504950" y="38100"/>
                </a:lnTo>
                <a:lnTo>
                  <a:pt x="1514475" y="38100"/>
                </a:lnTo>
                <a:lnTo>
                  <a:pt x="1514475" y="2857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CustomShape 3"/>
          <p:cNvSpPr/>
          <p:nvPr/>
        </p:nvSpPr>
        <p:spPr>
          <a:xfrm>
            <a:off x="264240" y="1771560"/>
            <a:ext cx="1450080" cy="1428480"/>
          </a:xfrm>
          <a:custGeom>
            <a:avLst/>
            <a:gdLst/>
            <a:ahLst/>
            <a:rect l="l" t="t" r="r" b="b"/>
            <a:pathLst>
              <a:path w="1450339" h="1428750">
                <a:moveTo>
                  <a:pt x="231012" y="152400"/>
                </a:moveTo>
                <a:lnTo>
                  <a:pt x="1252562" y="152400"/>
                </a:lnTo>
                <a:lnTo>
                  <a:pt x="1252562" y="0"/>
                </a:lnTo>
                <a:lnTo>
                  <a:pt x="231012" y="0"/>
                </a:lnTo>
                <a:lnTo>
                  <a:pt x="231012" y="152400"/>
                </a:lnTo>
                <a:close/>
                <a:moveTo>
                  <a:pt x="2412" y="1200150"/>
                </a:moveTo>
                <a:lnTo>
                  <a:pt x="1023962" y="1200150"/>
                </a:lnTo>
                <a:lnTo>
                  <a:pt x="1023962" y="1047750"/>
                </a:lnTo>
                <a:lnTo>
                  <a:pt x="2412" y="1047750"/>
                </a:lnTo>
                <a:lnTo>
                  <a:pt x="2412" y="1200150"/>
                </a:lnTo>
                <a:close/>
                <a:moveTo>
                  <a:pt x="0" y="1428750"/>
                </a:moveTo>
                <a:lnTo>
                  <a:pt x="1450213" y="1428750"/>
                </a:lnTo>
                <a:lnTo>
                  <a:pt x="1450213" y="1276350"/>
                </a:lnTo>
                <a:lnTo>
                  <a:pt x="0" y="1276350"/>
                </a:lnTo>
                <a:lnTo>
                  <a:pt x="0" y="1428750"/>
                </a:lnTo>
                <a:close/>
                <a:moveTo>
                  <a:pt x="2412" y="752475"/>
                </a:moveTo>
                <a:lnTo>
                  <a:pt x="1023962" y="752475"/>
                </a:lnTo>
                <a:lnTo>
                  <a:pt x="1023962" y="600075"/>
                </a:lnTo>
                <a:lnTo>
                  <a:pt x="2412" y="600075"/>
                </a:lnTo>
                <a:lnTo>
                  <a:pt x="2412" y="752475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CustomShape 4"/>
          <p:cNvSpPr/>
          <p:nvPr/>
        </p:nvSpPr>
        <p:spPr>
          <a:xfrm>
            <a:off x="140400" y="2438280"/>
            <a:ext cx="126000" cy="713880"/>
          </a:xfrm>
          <a:custGeom>
            <a:avLst/>
            <a:gdLst/>
            <a:ahLst/>
            <a:rect l="l" t="t" r="r" b="b"/>
            <a:pathLst>
              <a:path w="126364" h="714375">
                <a:moveTo>
                  <a:pt x="66675" y="657225"/>
                </a:moveTo>
                <a:lnTo>
                  <a:pt x="66675" y="714375"/>
                </a:lnTo>
                <a:lnTo>
                  <a:pt x="104775" y="695325"/>
                </a:lnTo>
                <a:lnTo>
                  <a:pt x="76200" y="695325"/>
                </a:lnTo>
                <a:lnTo>
                  <a:pt x="76200" y="676275"/>
                </a:lnTo>
                <a:lnTo>
                  <a:pt x="104775" y="676275"/>
                </a:lnTo>
                <a:lnTo>
                  <a:pt x="66675" y="657225"/>
                </a:lnTo>
                <a:close/>
                <a:moveTo>
                  <a:pt x="126237" y="0"/>
                </a:moveTo>
                <a:lnTo>
                  <a:pt x="0" y="0"/>
                </a:lnTo>
                <a:lnTo>
                  <a:pt x="0" y="695325"/>
                </a:lnTo>
                <a:lnTo>
                  <a:pt x="66675" y="695325"/>
                </a:lnTo>
                <a:lnTo>
                  <a:pt x="66675" y="685800"/>
                </a:lnTo>
                <a:lnTo>
                  <a:pt x="19050" y="685800"/>
                </a:lnTo>
                <a:lnTo>
                  <a:pt x="9525" y="676275"/>
                </a:lnTo>
                <a:lnTo>
                  <a:pt x="19050" y="676275"/>
                </a:lnTo>
                <a:lnTo>
                  <a:pt x="19050" y="19050"/>
                </a:lnTo>
                <a:lnTo>
                  <a:pt x="9525" y="19050"/>
                </a:lnTo>
                <a:lnTo>
                  <a:pt x="19050" y="9525"/>
                </a:lnTo>
                <a:lnTo>
                  <a:pt x="126237" y="9525"/>
                </a:lnTo>
                <a:lnTo>
                  <a:pt x="126237" y="0"/>
                </a:lnTo>
                <a:close/>
                <a:moveTo>
                  <a:pt x="104775" y="676275"/>
                </a:moveTo>
                <a:lnTo>
                  <a:pt x="76200" y="676275"/>
                </a:lnTo>
                <a:lnTo>
                  <a:pt x="76200" y="695325"/>
                </a:lnTo>
                <a:lnTo>
                  <a:pt x="104775" y="695325"/>
                </a:lnTo>
                <a:lnTo>
                  <a:pt x="123825" y="685800"/>
                </a:lnTo>
                <a:lnTo>
                  <a:pt x="104775" y="676275"/>
                </a:lnTo>
                <a:close/>
                <a:moveTo>
                  <a:pt x="19050" y="676275"/>
                </a:moveTo>
                <a:lnTo>
                  <a:pt x="9525" y="676275"/>
                </a:lnTo>
                <a:lnTo>
                  <a:pt x="19050" y="685800"/>
                </a:lnTo>
                <a:lnTo>
                  <a:pt x="19050" y="676275"/>
                </a:lnTo>
                <a:close/>
                <a:moveTo>
                  <a:pt x="66675" y="676275"/>
                </a:moveTo>
                <a:lnTo>
                  <a:pt x="19050" y="676275"/>
                </a:lnTo>
                <a:lnTo>
                  <a:pt x="19050" y="685800"/>
                </a:lnTo>
                <a:lnTo>
                  <a:pt x="66675" y="685800"/>
                </a:lnTo>
                <a:lnTo>
                  <a:pt x="66675" y="676275"/>
                </a:lnTo>
                <a:close/>
                <a:moveTo>
                  <a:pt x="19050" y="9525"/>
                </a:moveTo>
                <a:lnTo>
                  <a:pt x="9525" y="19050"/>
                </a:lnTo>
                <a:lnTo>
                  <a:pt x="19050" y="19050"/>
                </a:lnTo>
                <a:lnTo>
                  <a:pt x="19050" y="9525"/>
                </a:lnTo>
                <a:close/>
                <a:moveTo>
                  <a:pt x="126237" y="9525"/>
                </a:moveTo>
                <a:lnTo>
                  <a:pt x="19050" y="9525"/>
                </a:lnTo>
                <a:lnTo>
                  <a:pt x="19050" y="19050"/>
                </a:lnTo>
                <a:lnTo>
                  <a:pt x="126237" y="19050"/>
                </a:lnTo>
                <a:lnTo>
                  <a:pt x="126237" y="95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CustomShape 5"/>
          <p:cNvSpPr/>
          <p:nvPr/>
        </p:nvSpPr>
        <p:spPr>
          <a:xfrm>
            <a:off x="261720" y="968040"/>
            <a:ext cx="3822480" cy="705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chamar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função,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chamou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pausado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até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termine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sua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execução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318" strike="noStrike">
                <a:solidFill>
                  <a:srgbClr val="0ad0d9"/>
                </a:solidFill>
                <a:uFill>
                  <a:solidFill>
                    <a:srgbClr val="ffffff"/>
                  </a:solidFill>
                </a:uFill>
                <a:latin typeface="DejaVu Sans"/>
              </a:rPr>
              <a:t>⚫</a:t>
            </a:r>
            <a:r>
              <a:rPr b="0" lang="pt-BR" sz="1200" spc="9" strike="noStrike">
                <a:solidFill>
                  <a:srgbClr val="0ad0d9"/>
                </a:solidFill>
                <a:uFill>
                  <a:solidFill>
                    <a:srgbClr val="ffffff"/>
                  </a:solidFill>
                </a:uFill>
                <a:latin typeface="DejaVu Sans"/>
              </a:rPr>
              <a:t> </a:t>
            </a:r>
            <a:r>
              <a:rPr b="0" lang="pt-BR" sz="1300" spc="-9" strike="noStrike">
                <a:solidFill>
                  <a:srgbClr val="0ad0d9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7" dur="indefinite" restart="never" nodeType="tmRoot">
          <p:childTnLst>
            <p:seq>
              <p:cTn id="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00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01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Estrutura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2" name="CustomShape 2"/>
          <p:cNvSpPr/>
          <p:nvPr/>
        </p:nvSpPr>
        <p:spPr>
          <a:xfrm>
            <a:off x="261720" y="967320"/>
            <a:ext cx="20800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Forma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geral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03" name="CustomShape 3"/>
          <p:cNvSpPr/>
          <p:nvPr/>
        </p:nvSpPr>
        <p:spPr>
          <a:xfrm>
            <a:off x="261720" y="2394360"/>
            <a:ext cx="3890880" cy="4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Toda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começa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comando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,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seguido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de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associado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aquela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função,</a:t>
            </a:r>
            <a:r>
              <a:rPr b="0" lang="pt-BR" sz="1300" spc="1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04" name="object 8" descr=""/>
          <p:cNvPicPr/>
          <p:nvPr/>
        </p:nvPicPr>
        <p:blipFill>
          <a:blip r:embed="rId3"/>
          <a:stretch/>
        </p:blipFill>
        <p:spPr>
          <a:xfrm>
            <a:off x="1219320" y="1514520"/>
            <a:ext cx="2121480" cy="6570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9" dur="indefinite" restart="never" nodeType="tmRoot">
          <p:childTnLst>
            <p:seq>
              <p:cTn id="1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Corpo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06" name="CustomShape 2"/>
          <p:cNvSpPr/>
          <p:nvPr/>
        </p:nvSpPr>
        <p:spPr>
          <a:xfrm>
            <a:off x="261720" y="926280"/>
            <a:ext cx="3899160" cy="87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corpo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sua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alma.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formado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pelos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comandos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executar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Ele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processa</a:t>
            </a:r>
            <a:r>
              <a:rPr b="0" lang="pt-BR" sz="1200" spc="1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2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0" lang="pt-BR" sz="1200" spc="15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(se</a:t>
            </a:r>
            <a:r>
              <a:rPr b="0" lang="pt-BR" sz="1200" spc="16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houver),</a:t>
            </a:r>
            <a:r>
              <a:rPr b="0" lang="pt-BR" sz="1200" spc="180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realiza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outras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tarefas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saídas</a:t>
            </a:r>
            <a:r>
              <a:rPr b="0" lang="pt-BR" sz="12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(se</a:t>
            </a:r>
            <a:r>
              <a:rPr b="0" lang="pt-BR" sz="12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necessário)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07" name="object 5" descr=""/>
          <p:cNvPicPr/>
          <p:nvPr/>
        </p:nvPicPr>
        <p:blipFill>
          <a:blip r:embed="rId1"/>
          <a:stretch/>
        </p:blipFill>
        <p:spPr>
          <a:xfrm>
            <a:off x="966600" y="1921680"/>
            <a:ext cx="2499840" cy="1392840"/>
          </a:xfrm>
          <a:prstGeom prst="rect">
            <a:avLst/>
          </a:prstGeom>
          <a:ln>
            <a:noFill/>
          </a:ln>
        </p:spPr>
      </p:pic>
      <p:sp>
        <p:nvSpPr>
          <p:cNvPr id="108" name="CustomShape 3"/>
          <p:cNvSpPr/>
          <p:nvPr/>
        </p:nvSpPr>
        <p:spPr>
          <a:xfrm>
            <a:off x="1188360" y="2033640"/>
            <a:ext cx="2278800" cy="475920"/>
          </a:xfrm>
          <a:custGeom>
            <a:avLst/>
            <a:gdLst/>
            <a:ahLst/>
            <a:rect l="l" t="t" r="r" b="b"/>
            <a:pathLst>
              <a:path w="2279015" h="476250">
                <a:moveTo>
                  <a:pt x="0" y="476250"/>
                </a:moveTo>
                <a:lnTo>
                  <a:pt x="2278888" y="476250"/>
                </a:lnTo>
                <a:lnTo>
                  <a:pt x="2278888" y="0"/>
                </a:lnTo>
                <a:lnTo>
                  <a:pt x="0" y="0"/>
                </a:lnTo>
                <a:lnTo>
                  <a:pt x="0" y="47625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11" dur="indefinite" restart="never" nodeType="tmRoot">
          <p:childTnLst>
            <p:seq>
              <p:cTn id="1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10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11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Corpo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261720" y="967320"/>
            <a:ext cx="4016520" cy="1798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geral,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evita-se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fazer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operações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leitura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escrita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construída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intuito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realizar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tarefa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específica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200" spc="13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bem-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operações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entrada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e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dados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</a:t>
            </a:r>
            <a:r>
              <a:rPr b="1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input</a:t>
            </a:r>
            <a:r>
              <a:rPr b="1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()</a:t>
            </a:r>
            <a:r>
              <a:rPr b="1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print()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feitas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chamou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Isso assegura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construída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possa ser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utilizada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nas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mais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diversas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aplicações,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garantindo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sua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generalidade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13" dur="indefinite" restart="never" nodeType="tmRoot">
          <p:childTnLst>
            <p:seq>
              <p:cTn id="1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261720" y="926280"/>
            <a:ext cx="3841920" cy="135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lista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lista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nome1,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nome2,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...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,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nomeN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Pode-se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definir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quantos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parâmetros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achar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necessários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Pode-se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deixar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parênteses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vazios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recebe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nenhum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entrada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14" name="TextShape 2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115" name="object 4" descr=""/>
          <p:cNvPicPr/>
          <p:nvPr/>
        </p:nvPicPr>
        <p:blipFill>
          <a:blip r:embed="rId1"/>
          <a:stretch/>
        </p:blipFill>
        <p:spPr>
          <a:xfrm>
            <a:off x="1709640" y="2514600"/>
            <a:ext cx="892440" cy="50688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5" dur="indefinite" restart="never" nodeType="tmRoot">
          <p:childTnLst>
            <p:seq>
              <p:cTn id="1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17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18" name="CustomShape 1"/>
          <p:cNvSpPr/>
          <p:nvPr/>
        </p:nvSpPr>
        <p:spPr>
          <a:xfrm>
            <a:off x="261720" y="967320"/>
            <a:ext cx="4030560" cy="1594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meio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dos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recebe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informação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principal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(isto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é,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quem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chamou)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preciso</a:t>
            </a:r>
            <a:r>
              <a:rPr b="0" lang="pt-BR" sz="12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fazer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leitura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das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variáveis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dos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200" spc="-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chamada</a:t>
            </a:r>
            <a:r>
              <a:rPr b="0" lang="pt-BR" sz="12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abaixo,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x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recebeu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5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enquanto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y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recebeu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z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19" name="TextShape 2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120" name="object 8" descr=""/>
          <p:cNvPicPr/>
          <p:nvPr/>
        </p:nvPicPr>
        <p:blipFill>
          <a:blip r:embed="rId3"/>
          <a:stretch/>
        </p:blipFill>
        <p:spPr>
          <a:xfrm>
            <a:off x="990720" y="2460960"/>
            <a:ext cx="2528640" cy="806760"/>
          </a:xfrm>
          <a:prstGeom prst="rect">
            <a:avLst/>
          </a:prstGeom>
          <a:ln>
            <a:noFill/>
          </a:ln>
        </p:spPr>
      </p:pic>
      <p:sp>
        <p:nvSpPr>
          <p:cNvPr id="121" name="CustomShape 3"/>
          <p:cNvSpPr/>
          <p:nvPr/>
        </p:nvSpPr>
        <p:spPr>
          <a:xfrm>
            <a:off x="2201400" y="2519280"/>
            <a:ext cx="400320" cy="371880"/>
          </a:xfrm>
          <a:custGeom>
            <a:avLst/>
            <a:gdLst/>
            <a:ahLst/>
            <a:rect l="l" t="t" r="r" b="b"/>
            <a:pathLst>
              <a:path w="400685" h="372110">
                <a:moveTo>
                  <a:pt x="318008" y="0"/>
                </a:moveTo>
                <a:lnTo>
                  <a:pt x="200151" y="102743"/>
                </a:lnTo>
                <a:lnTo>
                  <a:pt x="82423" y="0"/>
                </a:lnTo>
                <a:lnTo>
                  <a:pt x="0" y="94614"/>
                </a:lnTo>
                <a:lnTo>
                  <a:pt x="104775" y="185927"/>
                </a:lnTo>
                <a:lnTo>
                  <a:pt x="0" y="277240"/>
                </a:lnTo>
                <a:lnTo>
                  <a:pt x="82423" y="371856"/>
                </a:lnTo>
                <a:lnTo>
                  <a:pt x="200151" y="269113"/>
                </a:lnTo>
                <a:lnTo>
                  <a:pt x="318008" y="371856"/>
                </a:lnTo>
                <a:lnTo>
                  <a:pt x="400431" y="277240"/>
                </a:lnTo>
                <a:lnTo>
                  <a:pt x="295656" y="185927"/>
                </a:lnTo>
                <a:lnTo>
                  <a:pt x="400431" y="94614"/>
                </a:lnTo>
                <a:lnTo>
                  <a:pt x="318008" y="0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CustomShape 4"/>
          <p:cNvSpPr/>
          <p:nvPr/>
        </p:nvSpPr>
        <p:spPr>
          <a:xfrm>
            <a:off x="2201400" y="2519280"/>
            <a:ext cx="400320" cy="371880"/>
          </a:xfrm>
          <a:custGeom>
            <a:avLst/>
            <a:gdLst/>
            <a:ahLst/>
            <a:rect l="l" t="t" r="r" b="b"/>
            <a:pathLst>
              <a:path w="400685" h="372110">
                <a:moveTo>
                  <a:pt x="0" y="94614"/>
                </a:moveTo>
                <a:lnTo>
                  <a:pt x="82423" y="0"/>
                </a:lnTo>
                <a:lnTo>
                  <a:pt x="200151" y="102743"/>
                </a:lnTo>
                <a:lnTo>
                  <a:pt x="318008" y="0"/>
                </a:lnTo>
                <a:lnTo>
                  <a:pt x="400431" y="94614"/>
                </a:lnTo>
                <a:lnTo>
                  <a:pt x="295656" y="185927"/>
                </a:lnTo>
                <a:lnTo>
                  <a:pt x="400431" y="277240"/>
                </a:lnTo>
                <a:lnTo>
                  <a:pt x="318008" y="371856"/>
                </a:lnTo>
                <a:lnTo>
                  <a:pt x="200151" y="269113"/>
                </a:lnTo>
                <a:lnTo>
                  <a:pt x="82423" y="371856"/>
                </a:lnTo>
                <a:lnTo>
                  <a:pt x="0" y="277240"/>
                </a:lnTo>
                <a:lnTo>
                  <a:pt x="104775" y="185927"/>
                </a:lnTo>
                <a:lnTo>
                  <a:pt x="0" y="94614"/>
                </a:lnTo>
                <a:close/>
              </a:path>
            </a:pathLst>
          </a:custGeom>
          <a:noFill/>
          <a:ln w="126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17" dur="indefinite" restart="never" nodeType="tmRoot">
          <p:childTnLst>
            <p:seq>
              <p:cTn id="1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Shape 1"/>
          <p:cNvSpPr txBox="1"/>
          <p:nvPr/>
        </p:nvSpPr>
        <p:spPr>
          <a:xfrm>
            <a:off x="261720" y="967320"/>
            <a:ext cx="3898440" cy="191052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Podemos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definir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valores</a:t>
            </a:r>
            <a:r>
              <a:rPr b="1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padrão</a:t>
            </a:r>
            <a:r>
              <a:rPr b="1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0" lang="pt-BR" sz="13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(tem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vir</a:t>
            </a:r>
            <a:r>
              <a:rPr b="0" lang="pt-BR" sz="13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sempre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final)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122040" indent="-121680" algn="r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Isso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aquele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torne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opcional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,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algn="r">
              <a:lnSpc>
                <a:spcPct val="100000"/>
              </a:lnSpc>
            </a:pP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seja,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definido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1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padrão</a:t>
            </a:r>
            <a:r>
              <a:rPr b="1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será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usado.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Exemplo: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24" name="CustomShape 2"/>
          <p:cNvSpPr/>
          <p:nvPr/>
        </p:nvSpPr>
        <p:spPr>
          <a:xfrm>
            <a:off x="458640" y="2683080"/>
            <a:ext cx="54144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346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Saída: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5" name="TextShape 3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126" name="object 6" descr=""/>
          <p:cNvPicPr/>
          <p:nvPr/>
        </p:nvPicPr>
        <p:blipFill>
          <a:blip r:embed="rId1"/>
          <a:stretch/>
        </p:blipFill>
        <p:spPr>
          <a:xfrm>
            <a:off x="1293120" y="2808720"/>
            <a:ext cx="1221120" cy="499680"/>
          </a:xfrm>
          <a:prstGeom prst="rect">
            <a:avLst/>
          </a:prstGeom>
          <a:ln>
            <a:noFill/>
          </a:ln>
        </p:spPr>
      </p:pic>
      <p:pic>
        <p:nvPicPr>
          <p:cNvPr id="127" name="object 7" descr=""/>
          <p:cNvPicPr/>
          <p:nvPr/>
        </p:nvPicPr>
        <p:blipFill>
          <a:blip r:embed="rId2"/>
          <a:stretch/>
        </p:blipFill>
        <p:spPr>
          <a:xfrm>
            <a:off x="1293120" y="1933560"/>
            <a:ext cx="2364120" cy="6570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19" dur="indefinite" restart="never" nodeType="tmRoot">
          <p:childTnLst>
            <p:seq>
              <p:cTn id="2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29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30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Retorno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261720" y="925560"/>
            <a:ext cx="3716280" cy="838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retornar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ela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retornar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valor,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alguém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deverá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receber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este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valor.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retornado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pela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dado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pelo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comando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return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32" name="object 8" descr=""/>
          <p:cNvPicPr/>
          <p:nvPr/>
        </p:nvPicPr>
        <p:blipFill>
          <a:blip r:embed="rId3"/>
          <a:stretch/>
        </p:blipFill>
        <p:spPr>
          <a:xfrm>
            <a:off x="38160" y="1998000"/>
            <a:ext cx="2499840" cy="1392840"/>
          </a:xfrm>
          <a:prstGeom prst="rect">
            <a:avLst/>
          </a:prstGeom>
          <a:ln>
            <a:noFill/>
          </a:ln>
        </p:spPr>
      </p:pic>
      <p:pic>
        <p:nvPicPr>
          <p:cNvPr id="133" name="object 9" descr=""/>
          <p:cNvPicPr/>
          <p:nvPr/>
        </p:nvPicPr>
        <p:blipFill>
          <a:blip r:embed="rId4"/>
          <a:stretch/>
        </p:blipFill>
        <p:spPr>
          <a:xfrm>
            <a:off x="2795400" y="2171520"/>
            <a:ext cx="1699920" cy="942480"/>
          </a:xfrm>
          <a:prstGeom prst="rect">
            <a:avLst/>
          </a:prstGeom>
          <a:ln>
            <a:noFill/>
          </a:ln>
        </p:spPr>
      </p:pic>
      <p:sp>
        <p:nvSpPr>
          <p:cNvPr id="134" name="CustomShape 3"/>
          <p:cNvSpPr/>
          <p:nvPr/>
        </p:nvSpPr>
        <p:spPr>
          <a:xfrm>
            <a:off x="38160" y="2500200"/>
            <a:ext cx="4000320" cy="662040"/>
          </a:xfrm>
          <a:custGeom>
            <a:avLst/>
            <a:gdLst/>
            <a:ahLst/>
            <a:rect l="l" t="t" r="r" b="b"/>
            <a:pathLst>
              <a:path w="4000500" h="662305">
                <a:moveTo>
                  <a:pt x="0" y="662051"/>
                </a:moveTo>
                <a:lnTo>
                  <a:pt x="1021549" y="662051"/>
                </a:lnTo>
                <a:lnTo>
                  <a:pt x="1021549" y="509650"/>
                </a:lnTo>
                <a:lnTo>
                  <a:pt x="0" y="509650"/>
                </a:lnTo>
                <a:lnTo>
                  <a:pt x="0" y="662051"/>
                </a:lnTo>
                <a:close/>
                <a:moveTo>
                  <a:pt x="2743200" y="495300"/>
                </a:moveTo>
                <a:lnTo>
                  <a:pt x="4000500" y="495300"/>
                </a:lnTo>
                <a:lnTo>
                  <a:pt x="4000500" y="342900"/>
                </a:lnTo>
                <a:lnTo>
                  <a:pt x="2743200" y="342900"/>
                </a:lnTo>
                <a:lnTo>
                  <a:pt x="2743200" y="495300"/>
                </a:lnTo>
                <a:close/>
                <a:moveTo>
                  <a:pt x="2971800" y="152400"/>
                </a:moveTo>
                <a:lnTo>
                  <a:pt x="3505200" y="152400"/>
                </a:lnTo>
                <a:lnTo>
                  <a:pt x="3505200" y="0"/>
                </a:lnTo>
                <a:lnTo>
                  <a:pt x="2971800" y="0"/>
                </a:lnTo>
                <a:lnTo>
                  <a:pt x="2971800" y="15240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21" dur="indefinite" restart="never" nodeType="tmRoot">
          <p:childTnLst>
            <p:seq>
              <p:cTn id="2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Retorno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36" name="CustomShape 2"/>
          <p:cNvSpPr/>
          <p:nvPr/>
        </p:nvSpPr>
        <p:spPr>
          <a:xfrm>
            <a:off x="261720" y="926280"/>
            <a:ext cx="3951720" cy="875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ter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mais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declaração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return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Quando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comando </a:t>
            </a:r>
            <a:r>
              <a:rPr b="1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return</a:t>
            </a:r>
            <a:r>
              <a:rPr b="1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executado,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termina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imediatamente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Todos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os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comandos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restantes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são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ignorados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37" name="object 5" descr=""/>
          <p:cNvPicPr/>
          <p:nvPr/>
        </p:nvPicPr>
        <p:blipFill>
          <a:blip r:embed="rId1"/>
          <a:stretch/>
        </p:blipFill>
        <p:spPr>
          <a:xfrm>
            <a:off x="76320" y="1866960"/>
            <a:ext cx="2921400" cy="1528200"/>
          </a:xfrm>
          <a:prstGeom prst="rect">
            <a:avLst/>
          </a:prstGeom>
          <a:ln>
            <a:noFill/>
          </a:ln>
        </p:spPr>
      </p:pic>
      <p:pic>
        <p:nvPicPr>
          <p:cNvPr id="138" name="object 6" descr=""/>
          <p:cNvPicPr/>
          <p:nvPr/>
        </p:nvPicPr>
        <p:blipFill>
          <a:blip r:embed="rId2"/>
          <a:stretch/>
        </p:blipFill>
        <p:spPr>
          <a:xfrm>
            <a:off x="3159720" y="1866960"/>
            <a:ext cx="1335600" cy="4568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23" dur="indefinite" restart="never" nodeType="tmRoot">
          <p:childTnLst>
            <p:seq>
              <p:cTn id="2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40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41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Declaração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Funções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42" name="CustomShape 2"/>
          <p:cNvSpPr/>
          <p:nvPr/>
        </p:nvSpPr>
        <p:spPr>
          <a:xfrm>
            <a:off x="261720" y="967320"/>
            <a:ext cx="3362040" cy="630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devem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declaradas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antes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serem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utilizadas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43" name="CustomShape 3"/>
          <p:cNvSpPr/>
          <p:nvPr/>
        </p:nvSpPr>
        <p:spPr>
          <a:xfrm>
            <a:off x="458640" y="2499480"/>
            <a:ext cx="50184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346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44" name="object 9" descr=""/>
          <p:cNvPicPr/>
          <p:nvPr/>
        </p:nvPicPr>
        <p:blipFill>
          <a:blip r:embed="rId3"/>
          <a:stretch/>
        </p:blipFill>
        <p:spPr>
          <a:xfrm>
            <a:off x="1228680" y="1485360"/>
            <a:ext cx="2126520" cy="1105200"/>
          </a:xfrm>
          <a:prstGeom prst="rect">
            <a:avLst/>
          </a:prstGeom>
          <a:ln>
            <a:noFill/>
          </a:ln>
        </p:spPr>
      </p:pic>
      <p:pic>
        <p:nvPicPr>
          <p:cNvPr id="145" name="object 10" descr=""/>
          <p:cNvPicPr/>
          <p:nvPr/>
        </p:nvPicPr>
        <p:blipFill>
          <a:blip r:embed="rId4"/>
          <a:stretch/>
        </p:blipFill>
        <p:spPr>
          <a:xfrm>
            <a:off x="1228680" y="2755440"/>
            <a:ext cx="3321000" cy="59688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25" dur="indefinite" restart="never" nodeType="tmRoot">
          <p:childTnLst>
            <p:seq>
              <p:cTn id="2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Declaração</a:t>
            </a:r>
            <a:r>
              <a:rPr b="0" lang="pt-BR" sz="25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Funções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261720" y="968040"/>
            <a:ext cx="3913920" cy="630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criada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pelo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programador</a:t>
            </a:r>
            <a:r>
              <a:rPr b="0" lang="pt-BR" sz="13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utilizar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qualquer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outra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função,</a:t>
            </a:r>
            <a:r>
              <a:rPr b="0" lang="pt-BR" sz="1300" spc="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inclusive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foram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criadas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48" name="CustomShape 3"/>
          <p:cNvSpPr/>
          <p:nvPr/>
        </p:nvSpPr>
        <p:spPr>
          <a:xfrm>
            <a:off x="458640" y="2500200"/>
            <a:ext cx="50184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346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49" name="object 6" descr=""/>
          <p:cNvPicPr/>
          <p:nvPr/>
        </p:nvPicPr>
        <p:blipFill>
          <a:blip r:embed="rId1"/>
          <a:stretch/>
        </p:blipFill>
        <p:spPr>
          <a:xfrm>
            <a:off x="1523880" y="1409760"/>
            <a:ext cx="2178360" cy="1756800"/>
          </a:xfrm>
          <a:prstGeom prst="rect">
            <a:avLst/>
          </a:prstGeom>
          <a:ln>
            <a:noFill/>
          </a:ln>
        </p:spPr>
      </p:pic>
      <p:pic>
        <p:nvPicPr>
          <p:cNvPr id="150" name="object 7" descr=""/>
          <p:cNvPicPr/>
          <p:nvPr/>
        </p:nvPicPr>
        <p:blipFill>
          <a:blip r:embed="rId2"/>
          <a:stretch/>
        </p:blipFill>
        <p:spPr>
          <a:xfrm>
            <a:off x="533520" y="2732400"/>
            <a:ext cx="735480" cy="4424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27" dur="indefinite" restart="never" nodeType="tmRoot">
          <p:childTnLst>
            <p:seq>
              <p:cTn id="2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52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53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Variáveis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dentro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da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54" name="CustomShape 2"/>
          <p:cNvSpPr/>
          <p:nvPr/>
        </p:nvSpPr>
        <p:spPr>
          <a:xfrm>
            <a:off x="261720" y="925560"/>
            <a:ext cx="4035600" cy="838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estão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sujeitas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escopo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variável</a:t>
            </a:r>
            <a:r>
              <a:rPr b="0" lang="pt-BR" sz="12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definida</a:t>
            </a: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</a:t>
            </a:r>
            <a:r>
              <a:rPr b="0" lang="pt-BR" sz="12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indentação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global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seja,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ela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ser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acessada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qualquer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lugar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55" name="CustomShape 3"/>
          <p:cNvSpPr/>
          <p:nvPr/>
        </p:nvSpPr>
        <p:spPr>
          <a:xfrm>
            <a:off x="147600" y="2363760"/>
            <a:ext cx="65448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4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56" name="CustomShape 4"/>
          <p:cNvSpPr/>
          <p:nvPr/>
        </p:nvSpPr>
        <p:spPr>
          <a:xfrm>
            <a:off x="2624760" y="2363760"/>
            <a:ext cx="41508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57" name="object 10" descr=""/>
          <p:cNvPicPr/>
          <p:nvPr/>
        </p:nvPicPr>
        <p:blipFill>
          <a:blip r:embed="rId3"/>
          <a:stretch/>
        </p:blipFill>
        <p:spPr>
          <a:xfrm>
            <a:off x="3086280" y="2400480"/>
            <a:ext cx="785520" cy="564120"/>
          </a:xfrm>
          <a:prstGeom prst="rect">
            <a:avLst/>
          </a:prstGeom>
          <a:ln>
            <a:noFill/>
          </a:ln>
        </p:spPr>
      </p:pic>
      <p:pic>
        <p:nvPicPr>
          <p:cNvPr id="158" name="object 11" descr=""/>
          <p:cNvPicPr/>
          <p:nvPr/>
        </p:nvPicPr>
        <p:blipFill>
          <a:blip r:embed="rId4"/>
          <a:stretch/>
        </p:blipFill>
        <p:spPr>
          <a:xfrm>
            <a:off x="838080" y="2400120"/>
            <a:ext cx="1399680" cy="83556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29" dur="indefinite" restart="never" nodeType="tmRoot">
          <p:childTnLst>
            <p:seq>
              <p:cTn id="3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Variáveis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dentro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da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160" name="object 4" descr=""/>
          <p:cNvPicPr/>
          <p:nvPr/>
        </p:nvPicPr>
        <p:blipFill>
          <a:blip r:embed="rId1"/>
          <a:stretch/>
        </p:blipFill>
        <p:spPr>
          <a:xfrm>
            <a:off x="838080" y="2362320"/>
            <a:ext cx="1406880" cy="992520"/>
          </a:xfrm>
          <a:prstGeom prst="rect">
            <a:avLst/>
          </a:prstGeom>
          <a:ln>
            <a:noFill/>
          </a:ln>
        </p:spPr>
      </p:pic>
      <p:pic>
        <p:nvPicPr>
          <p:cNvPr id="161" name="object 5" descr=""/>
          <p:cNvPicPr/>
          <p:nvPr/>
        </p:nvPicPr>
        <p:blipFill>
          <a:blip r:embed="rId2"/>
          <a:stretch/>
        </p:blipFill>
        <p:spPr>
          <a:xfrm>
            <a:off x="3098160" y="2361960"/>
            <a:ext cx="864000" cy="585360"/>
          </a:xfrm>
          <a:prstGeom prst="rect">
            <a:avLst/>
          </a:prstGeom>
          <a:ln>
            <a:noFill/>
          </a:ln>
        </p:spPr>
      </p:pic>
      <p:sp>
        <p:nvSpPr>
          <p:cNvPr id="162" name="CustomShape 2"/>
          <p:cNvSpPr/>
          <p:nvPr/>
        </p:nvSpPr>
        <p:spPr>
          <a:xfrm>
            <a:off x="147600" y="926280"/>
            <a:ext cx="4128480" cy="1632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26424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estão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sujeitas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escopo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44460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variável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global</a:t>
            </a: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acessada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qualquer</a:t>
            </a:r>
            <a:r>
              <a:rPr b="0" lang="pt-BR" sz="1200" spc="4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lugar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função,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mas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alterada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pela</a:t>
            </a:r>
            <a:r>
              <a:rPr b="0" lang="pt-BR" sz="12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2" marL="584280" indent="-123480" algn="just">
              <a:lnSpc>
                <a:spcPct val="100000"/>
              </a:lnSpc>
              <a:buClr>
                <a:srgbClr val="009dd9"/>
              </a:buClr>
              <a:buSzPct val="66000"/>
              <a:buFont typeface="DejaVu Sans"/>
              <a:buChar char="⚫"/>
            </a:pP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verdade,</a:t>
            </a:r>
            <a:r>
              <a:rPr b="0" lang="pt-BR" sz="105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05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tentar</a:t>
            </a:r>
            <a:r>
              <a:rPr b="0" lang="pt-BR" sz="105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alterar</a:t>
            </a:r>
            <a:r>
              <a:rPr b="0" lang="pt-BR" sz="105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variável</a:t>
            </a:r>
            <a:r>
              <a:rPr b="0" lang="pt-BR" sz="105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05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global</a:t>
            </a:r>
            <a:r>
              <a:rPr b="1" lang="pt-BR" sz="105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05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05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ocorre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05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05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criação</a:t>
            </a:r>
            <a:r>
              <a:rPr b="0" lang="pt-BR" sz="105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05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05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variável</a:t>
            </a:r>
            <a:r>
              <a:rPr b="0" lang="pt-BR" sz="105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05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local</a:t>
            </a:r>
            <a:r>
              <a:rPr b="1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05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ofusca</a:t>
            </a:r>
            <a:r>
              <a:rPr b="0" lang="pt-BR" sz="105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completamente</a:t>
            </a:r>
            <a:r>
              <a:rPr b="0" lang="pt-BR" sz="105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05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</a:t>
            </a:r>
            <a:r>
              <a:rPr b="0" lang="pt-BR" sz="105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variável</a:t>
            </a:r>
            <a:r>
              <a:rPr b="0" lang="pt-BR" sz="105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05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global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1" lang="pt-BR" sz="1200" spc="4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r>
              <a:rPr b="1" lang="pt-BR" sz="12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1" lang="pt-BR" sz="12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31" dur="indefinite" restart="never" nodeType="tmRoot">
          <p:childTnLst>
            <p:seq>
              <p:cTn id="3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64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65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Variáveis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dentro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da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261720" y="925560"/>
            <a:ext cx="4019760" cy="1240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estão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sujeitas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escopo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atribuir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novo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variável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global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precisamos</a:t>
            </a:r>
            <a:r>
              <a:rPr b="0" lang="pt-BR" sz="12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utilizar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comando</a:t>
            </a:r>
            <a:r>
              <a:rPr b="0" lang="pt-BR" sz="12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global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Isso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variável</a:t>
            </a:r>
            <a:r>
              <a:rPr b="0" lang="pt-BR" sz="12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manipulada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seja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escopo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global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7" name="CustomShape 3"/>
          <p:cNvSpPr/>
          <p:nvPr/>
        </p:nvSpPr>
        <p:spPr>
          <a:xfrm>
            <a:off x="147600" y="2363760"/>
            <a:ext cx="65448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4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8" name="CustomShape 4"/>
          <p:cNvSpPr/>
          <p:nvPr/>
        </p:nvSpPr>
        <p:spPr>
          <a:xfrm>
            <a:off x="2624760" y="2363760"/>
            <a:ext cx="41508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69" name="object 10" descr=""/>
          <p:cNvPicPr/>
          <p:nvPr/>
        </p:nvPicPr>
        <p:blipFill>
          <a:blip r:embed="rId3"/>
          <a:stretch/>
        </p:blipFill>
        <p:spPr>
          <a:xfrm>
            <a:off x="838080" y="2324160"/>
            <a:ext cx="1414080" cy="1078200"/>
          </a:xfrm>
          <a:prstGeom prst="rect">
            <a:avLst/>
          </a:prstGeom>
          <a:ln>
            <a:noFill/>
          </a:ln>
        </p:spPr>
      </p:pic>
      <p:pic>
        <p:nvPicPr>
          <p:cNvPr id="170" name="object 11" descr=""/>
          <p:cNvPicPr/>
          <p:nvPr/>
        </p:nvPicPr>
        <p:blipFill>
          <a:blip r:embed="rId4"/>
          <a:stretch/>
        </p:blipFill>
        <p:spPr>
          <a:xfrm>
            <a:off x="3093120" y="2324160"/>
            <a:ext cx="792720" cy="5713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33" dur="indefinite" restart="never" nodeType="tmRoot">
          <p:childTnLst>
            <p:seq>
              <p:cTn id="3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2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Variáveis</a:t>
            </a:r>
            <a:r>
              <a:rPr b="0" lang="pt-BR" sz="2500" spc="-8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dentro</a:t>
            </a:r>
            <a:r>
              <a:rPr b="0" lang="pt-BR" sz="2500" spc="-7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da</a:t>
            </a:r>
            <a:r>
              <a:rPr b="0" lang="pt-BR" sz="2500" spc="-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72" name="CustomShape 2"/>
          <p:cNvSpPr/>
          <p:nvPr/>
        </p:nvSpPr>
        <p:spPr>
          <a:xfrm>
            <a:off x="71280" y="926280"/>
            <a:ext cx="4183560" cy="1175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339840" indent="-139320" algn="just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estão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sujeitas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escopo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das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520560" indent="-121680" algn="just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Variáveis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definidas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1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1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1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(com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indentação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parâmetros)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somente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podem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acessadas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função,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nunca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dela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1" lang="pt-BR" sz="1200" spc="4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3" name="CustomShape 3"/>
          <p:cNvSpPr/>
          <p:nvPr/>
        </p:nvSpPr>
        <p:spPr>
          <a:xfrm>
            <a:off x="71280" y="2837160"/>
            <a:ext cx="41508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74" name="object 6" descr=""/>
          <p:cNvPicPr/>
          <p:nvPr/>
        </p:nvPicPr>
        <p:blipFill>
          <a:blip r:embed="rId1"/>
          <a:stretch/>
        </p:blipFill>
        <p:spPr>
          <a:xfrm>
            <a:off x="769680" y="1857600"/>
            <a:ext cx="1348560" cy="834120"/>
          </a:xfrm>
          <a:prstGeom prst="rect">
            <a:avLst/>
          </a:prstGeom>
          <a:ln>
            <a:noFill/>
          </a:ln>
        </p:spPr>
      </p:pic>
      <p:pic>
        <p:nvPicPr>
          <p:cNvPr id="175" name="object 7" descr=""/>
          <p:cNvPicPr/>
          <p:nvPr/>
        </p:nvPicPr>
        <p:blipFill>
          <a:blip r:embed="rId2"/>
          <a:stretch/>
        </p:blipFill>
        <p:spPr>
          <a:xfrm>
            <a:off x="769680" y="2756520"/>
            <a:ext cx="3725640" cy="633960"/>
          </a:xfrm>
          <a:prstGeom prst="rect">
            <a:avLst/>
          </a:prstGeom>
          <a:ln>
            <a:noFill/>
          </a:ln>
        </p:spPr>
      </p:pic>
      <p:sp>
        <p:nvSpPr>
          <p:cNvPr id="176" name="CustomShape 4"/>
          <p:cNvSpPr/>
          <p:nvPr/>
        </p:nvSpPr>
        <p:spPr>
          <a:xfrm>
            <a:off x="762120" y="2571840"/>
            <a:ext cx="1599840" cy="833400"/>
          </a:xfrm>
          <a:custGeom>
            <a:avLst/>
            <a:gdLst/>
            <a:ahLst/>
            <a:rect l="l" t="t" r="r" b="b"/>
            <a:pathLst>
              <a:path w="1600200" h="833754">
                <a:moveTo>
                  <a:pt x="0" y="114299"/>
                </a:moveTo>
                <a:lnTo>
                  <a:pt x="395287" y="114299"/>
                </a:lnTo>
                <a:lnTo>
                  <a:pt x="395287" y="0"/>
                </a:lnTo>
                <a:lnTo>
                  <a:pt x="0" y="0"/>
                </a:lnTo>
                <a:lnTo>
                  <a:pt x="0" y="114299"/>
                </a:lnTo>
                <a:close/>
                <a:moveTo>
                  <a:pt x="0" y="833437"/>
                </a:moveTo>
                <a:lnTo>
                  <a:pt x="1600200" y="833437"/>
                </a:lnTo>
                <a:lnTo>
                  <a:pt x="1600200" y="642937"/>
                </a:lnTo>
                <a:lnTo>
                  <a:pt x="0" y="642937"/>
                </a:lnTo>
                <a:lnTo>
                  <a:pt x="0" y="83343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35" dur="indefinite" restart="never" nodeType="tmRoot">
          <p:childTnLst>
            <p:seq>
              <p:cTn id="3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78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79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Passagem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5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80" name="TextShape 2"/>
          <p:cNvSpPr txBox="1"/>
          <p:nvPr/>
        </p:nvSpPr>
        <p:spPr>
          <a:xfrm>
            <a:off x="261720" y="967320"/>
            <a:ext cx="3898440" cy="191052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várias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linguagens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programação,</a:t>
            </a:r>
            <a:r>
              <a:rPr b="0" lang="pt-BR" sz="1300" spc="13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tipo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passagem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usado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define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as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modificações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realizadas</a:t>
            </a:r>
            <a:r>
              <a:rPr b="0" lang="pt-BR" sz="13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nos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0" lang="pt-BR" sz="1300" spc="14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1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irão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refletir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fora</a:t>
            </a:r>
            <a:r>
              <a:rPr b="1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49400" indent="-139320" algn="just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linguagem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Python,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os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podem ou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modificado,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sendo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definidos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 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mutáveis</a:t>
            </a:r>
            <a:r>
              <a:rPr b="1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imutáveis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timing>
    <p:tnLst>
      <p:par>
        <p:cTn id="37" dur="indefinite" restart="never" nodeType="tmRoot">
          <p:childTnLst>
            <p:seq>
              <p:cTn id="3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Passagem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5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82" name="CustomShape 2"/>
          <p:cNvSpPr/>
          <p:nvPr/>
        </p:nvSpPr>
        <p:spPr>
          <a:xfrm>
            <a:off x="261720" y="968040"/>
            <a:ext cx="3967200" cy="606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3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verdade,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sempre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passamos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função,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estamos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passando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referência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via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atribuição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83" name="object 4" descr=""/>
          <p:cNvPicPr/>
          <p:nvPr/>
        </p:nvPicPr>
        <p:blipFill>
          <a:blip r:embed="rId1"/>
          <a:stretch/>
        </p:blipFill>
        <p:spPr>
          <a:xfrm>
            <a:off x="1143000" y="1866960"/>
            <a:ext cx="2185560" cy="97848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39" dur="indefinite" restart="never" nodeType="tmRoot">
          <p:childTnLst>
            <p:seq>
              <p:cTn id="4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85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86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Passagem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5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87" name="CustomShape 2"/>
          <p:cNvSpPr/>
          <p:nvPr/>
        </p:nvSpPr>
        <p:spPr>
          <a:xfrm>
            <a:off x="261720" y="967320"/>
            <a:ext cx="3782160" cy="606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 algn="just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Porém,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atribuições</a:t>
            </a:r>
            <a:r>
              <a:rPr b="0" lang="pt-BR" sz="13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1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1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geram</a:t>
            </a:r>
            <a:r>
              <a:rPr b="0" lang="pt-BR" sz="1300" spc="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novos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objetos,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fazendo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conteúdo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passado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originalmente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torne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imutável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88" name="object 8" descr=""/>
          <p:cNvPicPr/>
          <p:nvPr/>
        </p:nvPicPr>
        <p:blipFill>
          <a:blip r:embed="rId3"/>
          <a:stretch/>
        </p:blipFill>
        <p:spPr>
          <a:xfrm>
            <a:off x="795960" y="1650240"/>
            <a:ext cx="1467000" cy="1702080"/>
          </a:xfrm>
          <a:prstGeom prst="rect">
            <a:avLst/>
          </a:prstGeom>
          <a:ln>
            <a:noFill/>
          </a:ln>
        </p:spPr>
      </p:pic>
      <p:pic>
        <p:nvPicPr>
          <p:cNvPr id="189" name="object 9" descr=""/>
          <p:cNvPicPr/>
          <p:nvPr/>
        </p:nvPicPr>
        <p:blipFill>
          <a:blip r:embed="rId4"/>
          <a:stretch/>
        </p:blipFill>
        <p:spPr>
          <a:xfrm>
            <a:off x="2777040" y="1957320"/>
            <a:ext cx="1070640" cy="903600"/>
          </a:xfrm>
          <a:prstGeom prst="rect">
            <a:avLst/>
          </a:prstGeom>
          <a:ln>
            <a:noFill/>
          </a:ln>
        </p:spPr>
      </p:pic>
      <p:sp>
        <p:nvSpPr>
          <p:cNvPr id="190" name="CustomShape 3"/>
          <p:cNvSpPr/>
          <p:nvPr/>
        </p:nvSpPr>
        <p:spPr>
          <a:xfrm>
            <a:off x="71280" y="1906560"/>
            <a:ext cx="65448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4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1" name="CustomShape 4"/>
          <p:cNvSpPr/>
          <p:nvPr/>
        </p:nvSpPr>
        <p:spPr>
          <a:xfrm>
            <a:off x="3880440" y="1906560"/>
            <a:ext cx="41508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41" dur="indefinite" restart="never" nodeType="tmRoot">
          <p:childTnLst>
            <p:seq>
              <p:cTn id="4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Passagem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5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193" name="CustomShape 2"/>
          <p:cNvSpPr/>
          <p:nvPr/>
        </p:nvSpPr>
        <p:spPr>
          <a:xfrm>
            <a:off x="261720" y="926280"/>
            <a:ext cx="2426040" cy="1824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1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1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imutáveis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conteúdo/valor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modificado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via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atribuição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Isso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novo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esse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mude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função,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nada 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acontece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fora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 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194" name="object 5" descr=""/>
          <p:cNvPicPr/>
          <p:nvPr/>
        </p:nvPicPr>
        <p:blipFill>
          <a:blip r:embed="rId1"/>
          <a:stretch/>
        </p:blipFill>
        <p:spPr>
          <a:xfrm>
            <a:off x="2895480" y="1181160"/>
            <a:ext cx="1349640" cy="1185480"/>
          </a:xfrm>
          <a:prstGeom prst="rect">
            <a:avLst/>
          </a:prstGeom>
          <a:ln>
            <a:noFill/>
          </a:ln>
        </p:spPr>
      </p:pic>
      <p:pic>
        <p:nvPicPr>
          <p:cNvPr id="195" name="object 6" descr=""/>
          <p:cNvPicPr/>
          <p:nvPr/>
        </p:nvPicPr>
        <p:blipFill>
          <a:blip r:embed="rId2"/>
          <a:stretch/>
        </p:blipFill>
        <p:spPr>
          <a:xfrm>
            <a:off x="2895480" y="2514600"/>
            <a:ext cx="742680" cy="599760"/>
          </a:xfrm>
          <a:prstGeom prst="rect">
            <a:avLst/>
          </a:prstGeom>
          <a:ln>
            <a:noFill/>
          </a:ln>
        </p:spPr>
      </p:pic>
      <p:sp>
        <p:nvSpPr>
          <p:cNvPr id="196" name="CustomShape 3"/>
          <p:cNvSpPr/>
          <p:nvPr/>
        </p:nvSpPr>
        <p:spPr>
          <a:xfrm>
            <a:off x="3048120" y="1413360"/>
            <a:ext cx="1142640" cy="119520"/>
          </a:xfrm>
          <a:custGeom>
            <a:avLst/>
            <a:gdLst/>
            <a:ahLst/>
            <a:rect l="l" t="t" r="r" b="b"/>
            <a:pathLst>
              <a:path w="1143000" h="120015">
                <a:moveTo>
                  <a:pt x="0" y="120014"/>
                </a:moveTo>
                <a:lnTo>
                  <a:pt x="1143000" y="120014"/>
                </a:lnTo>
                <a:lnTo>
                  <a:pt x="1143000" y="0"/>
                </a:lnTo>
                <a:lnTo>
                  <a:pt x="0" y="0"/>
                </a:lnTo>
                <a:lnTo>
                  <a:pt x="0" y="120014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43" dur="indefinite" restart="never" nodeType="tmRoot">
          <p:childTnLst>
            <p:seq>
              <p:cTn id="4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198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199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Passagem</a:t>
            </a:r>
            <a:r>
              <a:rPr b="0" lang="pt-BR" sz="2500" spc="-4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de</a:t>
            </a:r>
            <a:r>
              <a:rPr b="0" lang="pt-BR" sz="2500" spc="-5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261720" y="932400"/>
            <a:ext cx="1811880" cy="217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/>
          <a:p>
            <a:pPr marL="148680" indent="-135360">
              <a:lnSpc>
                <a:spcPct val="100000"/>
              </a:lnSpc>
              <a:buClr>
                <a:srgbClr val="0ad0d9"/>
              </a:buClr>
              <a:buSzPct val="95000"/>
              <a:buFont typeface="DejaVu Sans"/>
              <a:buChar char="⚫"/>
            </a:pPr>
            <a:r>
              <a:rPr b="1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r>
              <a:rPr b="1" lang="pt-BR" sz="1200" spc="13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mutáveis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2280" indent="-123480">
              <a:lnSpc>
                <a:spcPct val="100000"/>
              </a:lnSpc>
              <a:buClr>
                <a:srgbClr val="0e6ec5"/>
              </a:buClr>
              <a:buSzPct val="81000"/>
              <a:buFont typeface="DejaVu Sans"/>
              <a:buChar char="⚫"/>
            </a:pPr>
            <a:r>
              <a:rPr b="0" lang="pt-BR" sz="11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1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conteúdo/valor</a:t>
            </a:r>
            <a:r>
              <a:rPr b="0" lang="pt-BR" sz="1100" spc="-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 </a:t>
            </a:r>
            <a:r>
              <a:rPr b="0" lang="pt-BR" sz="11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1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 </a:t>
            </a:r>
            <a:r>
              <a:rPr b="0" lang="pt-BR" sz="11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modificado </a:t>
            </a:r>
            <a:r>
              <a:rPr b="0" lang="pt-BR" sz="11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1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1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1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 </a:t>
            </a:r>
            <a:r>
              <a:rPr b="1" lang="pt-BR" sz="11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usar</a:t>
            </a:r>
            <a:r>
              <a:rPr b="1" lang="pt-BR" sz="11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1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</a:t>
            </a:r>
            <a:r>
              <a:rPr b="1" lang="pt-BR" sz="11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operação</a:t>
            </a:r>
            <a:r>
              <a:rPr b="1" lang="pt-BR" sz="11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1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1" lang="pt-BR" sz="11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atribuição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2280" indent="-123480">
              <a:lnSpc>
                <a:spcPct val="100000"/>
              </a:lnSpc>
              <a:buClr>
                <a:srgbClr val="0e6ec5"/>
              </a:buClr>
              <a:buSzPct val="81000"/>
              <a:buFont typeface="DejaVu Sans"/>
              <a:buChar char="⚫"/>
            </a:pP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Isso</a:t>
            </a:r>
            <a:r>
              <a:rPr b="0" lang="pt-BR" sz="11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</a:t>
            </a:r>
            <a:r>
              <a:rPr b="0" lang="pt-BR" sz="11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1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</a:t>
            </a:r>
            <a:r>
              <a:rPr b="1" lang="pt-BR" sz="11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1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novo </a:t>
            </a:r>
            <a:r>
              <a:rPr b="0" lang="pt-BR" sz="11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objeto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2280" indent="-123480">
              <a:lnSpc>
                <a:spcPct val="100000"/>
              </a:lnSpc>
              <a:buClr>
                <a:srgbClr val="0e6ec5"/>
              </a:buClr>
              <a:buSzPct val="81000"/>
              <a:buFont typeface="DejaVu Sans"/>
              <a:buChar char="⚫"/>
            </a:pP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Nesse</a:t>
            </a:r>
            <a:r>
              <a:rPr b="0" lang="pt-BR" sz="11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caso, alterar</a:t>
            </a:r>
            <a:r>
              <a:rPr b="0" lang="pt-BR" sz="11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o </a:t>
            </a:r>
            <a:r>
              <a:rPr b="0" lang="pt-BR" sz="11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1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32280">
              <a:lnSpc>
                <a:spcPct val="100000"/>
              </a:lnSpc>
            </a:pP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influenciar</a:t>
            </a:r>
            <a:r>
              <a:rPr b="0" lang="pt-BR" sz="11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no</a:t>
            </a:r>
            <a:r>
              <a:rPr b="0" lang="pt-BR" sz="11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“valor”</a:t>
            </a:r>
            <a:r>
              <a:rPr b="0" lang="pt-BR" sz="11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 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variável</a:t>
            </a:r>
            <a:r>
              <a:rPr b="0" lang="pt-BR" sz="11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fora</a:t>
            </a:r>
            <a:r>
              <a:rPr b="0" lang="pt-BR" sz="11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1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1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01" name="object 8" descr=""/>
          <p:cNvPicPr/>
          <p:nvPr/>
        </p:nvPicPr>
        <p:blipFill>
          <a:blip r:embed="rId3"/>
          <a:stretch/>
        </p:blipFill>
        <p:spPr>
          <a:xfrm>
            <a:off x="2093760" y="1028520"/>
            <a:ext cx="2463840" cy="1306440"/>
          </a:xfrm>
          <a:prstGeom prst="rect">
            <a:avLst/>
          </a:prstGeom>
          <a:ln>
            <a:noFill/>
          </a:ln>
        </p:spPr>
      </p:pic>
      <p:pic>
        <p:nvPicPr>
          <p:cNvPr id="202" name="object 9" descr=""/>
          <p:cNvPicPr/>
          <p:nvPr/>
        </p:nvPicPr>
        <p:blipFill>
          <a:blip r:embed="rId4"/>
          <a:stretch/>
        </p:blipFill>
        <p:spPr>
          <a:xfrm>
            <a:off x="2093760" y="2514600"/>
            <a:ext cx="1239840" cy="433080"/>
          </a:xfrm>
          <a:prstGeom prst="rect">
            <a:avLst/>
          </a:prstGeom>
          <a:ln>
            <a:noFill/>
          </a:ln>
        </p:spPr>
      </p:pic>
      <p:sp>
        <p:nvSpPr>
          <p:cNvPr id="203" name="CustomShape 3"/>
          <p:cNvSpPr/>
          <p:nvPr/>
        </p:nvSpPr>
        <p:spPr>
          <a:xfrm>
            <a:off x="2290680" y="1523880"/>
            <a:ext cx="1333080" cy="157680"/>
          </a:xfrm>
          <a:custGeom>
            <a:avLst/>
            <a:gdLst/>
            <a:ahLst/>
            <a:rect l="l" t="t" r="r" b="b"/>
            <a:pathLst>
              <a:path w="1333500" h="158114">
                <a:moveTo>
                  <a:pt x="0" y="158115"/>
                </a:moveTo>
                <a:lnTo>
                  <a:pt x="1333500" y="158115"/>
                </a:lnTo>
                <a:lnTo>
                  <a:pt x="1333500" y="0"/>
                </a:lnTo>
                <a:lnTo>
                  <a:pt x="0" y="0"/>
                </a:lnTo>
                <a:lnTo>
                  <a:pt x="0" y="158115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45" dur="indefinite" restart="never" nodeType="tmRoot">
          <p:childTnLst>
            <p:seq>
              <p:cTn id="4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TextShape 1"/>
          <p:cNvSpPr txBox="1"/>
          <p:nvPr/>
        </p:nvSpPr>
        <p:spPr>
          <a:xfrm>
            <a:off x="216000" y="51084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05" name="CustomShape 2"/>
          <p:cNvSpPr/>
          <p:nvPr/>
        </p:nvSpPr>
        <p:spPr>
          <a:xfrm>
            <a:off x="261720" y="926280"/>
            <a:ext cx="4007880" cy="1541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Python,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uma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chamar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outra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 exemplo,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dentro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qualquer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nós 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criarmos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possível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chamar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 função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print()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input()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,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qualquer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definida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pelo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programador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também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pode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chamar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si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própria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qual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chamamos</a:t>
            </a: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i="1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1" i="1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i="1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recursiva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47" dur="indefinite" restart="never" nodeType="tmRoot">
          <p:childTnLst>
            <p:seq>
              <p:cTn id="4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07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08" name="TextShape 1"/>
          <p:cNvSpPr txBox="1"/>
          <p:nvPr/>
        </p:nvSpPr>
        <p:spPr>
          <a:xfrm>
            <a:off x="216000" y="51012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261720" y="967320"/>
            <a:ext cx="3842640" cy="1702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recursão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também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chamada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definição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circular.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Ela</a:t>
            </a:r>
            <a:r>
              <a:rPr b="0" lang="pt-BR" sz="13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ocorre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quando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algo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definido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termos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si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mesmo.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clássico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usa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recursão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>
              <a:lnSpc>
                <a:spcPct val="100000"/>
              </a:lnSpc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cálculo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fatorial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de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número: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3!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4!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4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n!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 </a:t>
            </a:r>
            <a:r>
              <a:rPr b="0" lang="pt-BR" sz="12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(n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-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1)!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49" dur="indefinite" restart="never" nodeType="tmRoot">
          <p:childTnLst>
            <p:seq>
              <p:cTn id="5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Shape 1"/>
          <p:cNvSpPr txBox="1"/>
          <p:nvPr/>
        </p:nvSpPr>
        <p:spPr>
          <a:xfrm>
            <a:off x="216000" y="51084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211" name="object 3" descr=""/>
          <p:cNvPicPr/>
          <p:nvPr/>
        </p:nvPicPr>
        <p:blipFill>
          <a:blip r:embed="rId1"/>
          <a:stretch/>
        </p:blipFill>
        <p:spPr>
          <a:xfrm>
            <a:off x="1612080" y="838080"/>
            <a:ext cx="2883240" cy="1742040"/>
          </a:xfrm>
          <a:prstGeom prst="rect">
            <a:avLst/>
          </a:prstGeom>
          <a:ln>
            <a:noFill/>
          </a:ln>
        </p:spPr>
      </p:pic>
      <p:sp>
        <p:nvSpPr>
          <p:cNvPr id="212" name="CustomShape 2"/>
          <p:cNvSpPr/>
          <p:nvPr/>
        </p:nvSpPr>
        <p:spPr>
          <a:xfrm>
            <a:off x="261720" y="933120"/>
            <a:ext cx="1950480" cy="2000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/>
          <a:p>
            <a:pPr marL="126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0!</a:t>
            </a:r>
            <a:r>
              <a:rPr b="0" lang="pt-BR" sz="12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0" lang="pt-BR" sz="1200" spc="-15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1!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=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3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0" lang="pt-BR" sz="12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2!</a:t>
            </a:r>
            <a:r>
              <a:rPr b="0" lang="pt-BR" sz="12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0" lang="pt-BR" sz="1200" spc="-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3!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-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4!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4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3!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00000"/>
              </a:lnSpc>
            </a:pP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ct val="120000"/>
              </a:lnSpc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n!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</a:t>
            </a:r>
            <a:r>
              <a:rPr b="0" lang="pt-BR" sz="12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*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(n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-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1)!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: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fórmula</a:t>
            </a:r>
            <a:r>
              <a:rPr b="0" lang="pt-BR" sz="1200" spc="-32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geral </a:t>
            </a:r>
            <a:r>
              <a:rPr b="0" lang="pt-BR" sz="1200" spc="-1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0!</a:t>
            </a:r>
            <a:r>
              <a:rPr b="0" lang="pt-BR" sz="1200" spc="4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200" spc="12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33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0" lang="pt-BR" sz="1200" spc="18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:</a:t>
            </a:r>
            <a:r>
              <a:rPr b="0" lang="pt-BR" sz="1200" spc="-12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caso-</a:t>
            </a:r>
            <a:r>
              <a:rPr b="0" lang="pt-BR" sz="1200" spc="-18" strike="noStrike">
                <a:solidFill>
                  <a:srgbClr val="ff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base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51" dur="indefinite" restart="never" nodeType="tmRoot">
          <p:childTnLst>
            <p:seq>
              <p:cTn id="5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14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15" name="TextShape 1"/>
          <p:cNvSpPr txBox="1"/>
          <p:nvPr/>
        </p:nvSpPr>
        <p:spPr>
          <a:xfrm>
            <a:off x="216000" y="51012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16" name="CustomShape 2"/>
          <p:cNvSpPr/>
          <p:nvPr/>
        </p:nvSpPr>
        <p:spPr>
          <a:xfrm>
            <a:off x="261720" y="967320"/>
            <a:ext cx="3992400" cy="1042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Em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geral,</a:t>
            </a:r>
            <a:r>
              <a:rPr b="0" lang="pt-BR" sz="1300" spc="1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formulações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recursivas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algoritmos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são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frequentemente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consideradas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"mais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enxutas"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ou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"mais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elegantes"</a:t>
            </a:r>
            <a:r>
              <a:rPr b="0" lang="pt-BR" sz="13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formulações</a:t>
            </a:r>
            <a:r>
              <a:rPr b="0" lang="pt-BR" sz="1300" spc="12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iterativas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Porém,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algoritmos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recursivos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tendem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necessitar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>
              <a:lnSpc>
                <a:spcPct val="100000"/>
              </a:lnSpc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mais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espaço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memória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do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algoritmos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iterativos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53" dur="indefinite" restart="never" nodeType="tmRoot">
          <p:childTnLst>
            <p:seq>
              <p:cTn id="5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-</a:t>
            </a:r>
            <a:r>
              <a:rPr b="0" lang="pt-BR" sz="2500" spc="-3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fatorial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18" name="CustomShape 2"/>
          <p:cNvSpPr/>
          <p:nvPr/>
        </p:nvSpPr>
        <p:spPr>
          <a:xfrm>
            <a:off x="239040" y="981360"/>
            <a:ext cx="310680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1200" spc="63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</a:t>
            </a:r>
            <a:r>
              <a:rPr b="1" lang="pt-BR" sz="1200" spc="-58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3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recursão</a:t>
            </a:r>
            <a:r>
              <a:rPr b="1" lang="pt-BR" sz="12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1" lang="pt-BR" sz="12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1" lang="pt-BR" sz="1200" spc="8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32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19" name="object 5" descr=""/>
          <p:cNvPicPr/>
          <p:nvPr/>
        </p:nvPicPr>
        <p:blipFill>
          <a:blip r:embed="rId1"/>
          <a:stretch/>
        </p:blipFill>
        <p:spPr>
          <a:xfrm>
            <a:off x="228600" y="1447920"/>
            <a:ext cx="1962360" cy="1114200"/>
          </a:xfrm>
          <a:prstGeom prst="rect">
            <a:avLst/>
          </a:prstGeom>
          <a:ln>
            <a:noFill/>
          </a:ln>
        </p:spPr>
      </p:pic>
      <p:pic>
        <p:nvPicPr>
          <p:cNvPr id="220" name="object 6" descr=""/>
          <p:cNvPicPr/>
          <p:nvPr/>
        </p:nvPicPr>
        <p:blipFill>
          <a:blip r:embed="rId2"/>
          <a:stretch/>
        </p:blipFill>
        <p:spPr>
          <a:xfrm>
            <a:off x="2362320" y="1447920"/>
            <a:ext cx="1974600" cy="110772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55" dur="indefinite" restart="never" nodeType="tmRoot">
          <p:childTnLst>
            <p:seq>
              <p:cTn id="5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22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23" name="TextShape 1"/>
          <p:cNvSpPr txBox="1"/>
          <p:nvPr/>
        </p:nvSpPr>
        <p:spPr>
          <a:xfrm>
            <a:off x="216000" y="51012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24" name="CustomShape 2"/>
          <p:cNvSpPr/>
          <p:nvPr/>
        </p:nvSpPr>
        <p:spPr>
          <a:xfrm>
            <a:off x="261720" y="925560"/>
            <a:ext cx="3974040" cy="1240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Todo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cuidado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pouco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fazer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funções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recursivas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1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Critério</a:t>
            </a:r>
            <a:r>
              <a:rPr b="1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1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parada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: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determina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quando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deverá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parar</a:t>
            </a:r>
            <a:r>
              <a:rPr b="0" lang="pt-BR" sz="1200" spc="-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chamar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si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mesma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12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chamada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recursiva</a:t>
            </a:r>
            <a:r>
              <a:rPr b="0" lang="pt-BR" sz="12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deve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ser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sempre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modificado,</a:t>
            </a:r>
            <a:r>
              <a:rPr b="0" lang="pt-BR" sz="12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forma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recursão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chegue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um </a:t>
            </a:r>
            <a:r>
              <a:rPr b="0" lang="pt-BR" sz="12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	</a:t>
            </a:r>
            <a:r>
              <a:rPr b="0" lang="pt-BR" sz="12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término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57" dur="indefinite" restart="never" nodeType="tmRoot">
          <p:childTnLst>
            <p:seq>
              <p:cTn id="5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Shape 1"/>
          <p:cNvSpPr txBox="1"/>
          <p:nvPr/>
        </p:nvSpPr>
        <p:spPr>
          <a:xfrm>
            <a:off x="216000" y="51084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26" name="CustomShape 2"/>
          <p:cNvSpPr/>
          <p:nvPr/>
        </p:nvSpPr>
        <p:spPr>
          <a:xfrm>
            <a:off x="261720" y="968040"/>
            <a:ext cx="13726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Exemplo: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fatorial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27" name="object 4" descr=""/>
          <p:cNvPicPr/>
          <p:nvPr/>
        </p:nvPicPr>
        <p:blipFill>
          <a:blip r:embed="rId1"/>
          <a:stretch/>
        </p:blipFill>
        <p:spPr>
          <a:xfrm>
            <a:off x="685800" y="1461960"/>
            <a:ext cx="3264480" cy="13428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59" dur="indefinite" restart="never" nodeType="tmRoot">
          <p:childTnLst>
            <p:seq>
              <p:cTn id="6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29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30" name="TextShape 1"/>
          <p:cNvSpPr txBox="1"/>
          <p:nvPr/>
        </p:nvSpPr>
        <p:spPr>
          <a:xfrm>
            <a:off x="216000" y="51012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31" name="CustomShape 2"/>
          <p:cNvSpPr/>
          <p:nvPr/>
        </p:nvSpPr>
        <p:spPr>
          <a:xfrm>
            <a:off x="261720" y="967320"/>
            <a:ext cx="4035240" cy="630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acontece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chamada</a:t>
            </a:r>
            <a:r>
              <a:rPr b="0" lang="pt-BR" sz="13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fatorial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valor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como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=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4?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y=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fatorial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(4);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32" name="object 7" descr=""/>
          <p:cNvPicPr/>
          <p:nvPr/>
        </p:nvPicPr>
        <p:blipFill>
          <a:blip r:embed="rId3"/>
          <a:stretch/>
        </p:blipFill>
        <p:spPr>
          <a:xfrm>
            <a:off x="304920" y="1714320"/>
            <a:ext cx="4071600" cy="159048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61" dur="indefinite" restart="never" nodeType="tmRoot">
          <p:childTnLst>
            <p:seq>
              <p:cTn id="6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TextShape 1"/>
          <p:cNvSpPr txBox="1"/>
          <p:nvPr/>
        </p:nvSpPr>
        <p:spPr>
          <a:xfrm>
            <a:off x="216000" y="510840"/>
            <a:ext cx="11984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34" name="CustomShape 2"/>
          <p:cNvSpPr/>
          <p:nvPr/>
        </p:nvSpPr>
        <p:spPr>
          <a:xfrm>
            <a:off x="261720" y="968040"/>
            <a:ext cx="3975840" cy="4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Uma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vez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que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chegamos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caso-base,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hora</a:t>
            </a:r>
            <a:r>
              <a:rPr b="0" lang="pt-BR" sz="13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fazer</a:t>
            </a:r>
            <a:r>
              <a:rPr b="0" lang="pt-BR" sz="1300" spc="1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o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caminho</a:t>
            </a:r>
            <a:r>
              <a:rPr b="0" lang="pt-BR" sz="1300" spc="-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volta</a:t>
            </a:r>
            <a:r>
              <a:rPr b="0" lang="pt-BR" sz="1300" spc="-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da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recursão.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35" name="object 4" descr=""/>
          <p:cNvPicPr/>
          <p:nvPr/>
        </p:nvPicPr>
        <p:blipFill>
          <a:blip r:embed="rId1"/>
          <a:stretch/>
        </p:blipFill>
        <p:spPr>
          <a:xfrm>
            <a:off x="473760" y="1562040"/>
            <a:ext cx="3623760" cy="17474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63" dur="indefinite" restart="never" nodeType="tmRoot">
          <p:childTnLst>
            <p:seq>
              <p:cTn id="6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37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38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Fibonacci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39" name="CustomShape 2"/>
          <p:cNvSpPr/>
          <p:nvPr/>
        </p:nvSpPr>
        <p:spPr>
          <a:xfrm>
            <a:off x="261720" y="925560"/>
            <a:ext cx="3661200" cy="90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Essa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sequência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8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um</a:t>
            </a:r>
            <a:r>
              <a:rPr b="0" lang="pt-BR" sz="13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exemplo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clássico</a:t>
            </a:r>
            <a:r>
              <a:rPr b="0" lang="pt-BR" sz="1300" spc="-1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0,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1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1,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1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1,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2,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3,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5,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8,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0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13,</a:t>
            </a:r>
            <a:r>
              <a:rPr b="0" lang="pt-BR" sz="12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8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21,</a:t>
            </a:r>
            <a:r>
              <a:rPr b="0" lang="pt-BR" sz="1200" spc="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34,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55,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89,</a:t>
            </a:r>
            <a:r>
              <a:rPr b="0" lang="pt-BR" sz="12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...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Sua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solução</a:t>
            </a:r>
            <a:r>
              <a:rPr b="0" lang="pt-BR" sz="13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recursiva</a:t>
            </a:r>
            <a:r>
              <a:rPr b="0" lang="pt-BR" sz="13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é</a:t>
            </a:r>
            <a:r>
              <a:rPr b="0" lang="pt-BR" sz="1300" spc="7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muito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mais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elegante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simples...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240" name="object 8" descr=""/>
          <p:cNvPicPr/>
          <p:nvPr/>
        </p:nvPicPr>
        <p:blipFill>
          <a:blip r:embed="rId3"/>
          <a:stretch/>
        </p:blipFill>
        <p:spPr>
          <a:xfrm>
            <a:off x="342720" y="2019240"/>
            <a:ext cx="1405080" cy="1306080"/>
          </a:xfrm>
          <a:prstGeom prst="rect">
            <a:avLst/>
          </a:prstGeom>
          <a:ln>
            <a:noFill/>
          </a:ln>
        </p:spPr>
      </p:pic>
      <p:pic>
        <p:nvPicPr>
          <p:cNvPr id="241" name="object 9" descr=""/>
          <p:cNvPicPr/>
          <p:nvPr/>
        </p:nvPicPr>
        <p:blipFill>
          <a:blip r:embed="rId4"/>
          <a:stretch/>
        </p:blipFill>
        <p:spPr>
          <a:xfrm>
            <a:off x="1943280" y="2019240"/>
            <a:ext cx="2401920" cy="51984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65" dur="indefinite" restart="never" nodeType="tmRoot">
          <p:childTnLst>
            <p:seq>
              <p:cTn id="6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Fibonacci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43" name="CustomShape 2"/>
          <p:cNvSpPr/>
          <p:nvPr/>
        </p:nvSpPr>
        <p:spPr>
          <a:xfrm>
            <a:off x="2400120" y="156204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419100" y="0"/>
                </a:moveTo>
                <a:lnTo>
                  <a:pt x="0" y="0"/>
                </a:lnTo>
                <a:lnTo>
                  <a:pt x="0" y="190500"/>
                </a:lnTo>
                <a:lnTo>
                  <a:pt x="419100" y="190500"/>
                </a:lnTo>
                <a:lnTo>
                  <a:pt x="4191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CustomShape 3"/>
          <p:cNvSpPr/>
          <p:nvPr/>
        </p:nvSpPr>
        <p:spPr>
          <a:xfrm>
            <a:off x="2400120" y="156204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0" y="190500"/>
                </a:moveTo>
                <a:lnTo>
                  <a:pt x="419100" y="190500"/>
                </a:lnTo>
                <a:lnTo>
                  <a:pt x="419100" y="0"/>
                </a:lnTo>
                <a:lnTo>
                  <a:pt x="0" y="0"/>
                </a:lnTo>
                <a:lnTo>
                  <a:pt x="0" y="19050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5" name="CustomShape 4"/>
          <p:cNvSpPr/>
          <p:nvPr/>
        </p:nvSpPr>
        <p:spPr>
          <a:xfrm>
            <a:off x="2406600" y="1587600"/>
            <a:ext cx="406080" cy="119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6336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fibo(4)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6" name="CustomShape 5"/>
          <p:cNvSpPr/>
          <p:nvPr/>
        </p:nvSpPr>
        <p:spPr>
          <a:xfrm>
            <a:off x="1562040" y="198108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419100" y="0"/>
                </a:moveTo>
                <a:lnTo>
                  <a:pt x="0" y="0"/>
                </a:lnTo>
                <a:lnTo>
                  <a:pt x="0" y="190500"/>
                </a:lnTo>
                <a:lnTo>
                  <a:pt x="419100" y="190500"/>
                </a:lnTo>
                <a:lnTo>
                  <a:pt x="4191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CustomShape 6"/>
          <p:cNvSpPr/>
          <p:nvPr/>
        </p:nvSpPr>
        <p:spPr>
          <a:xfrm>
            <a:off x="1562040" y="198108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0" y="190500"/>
                </a:moveTo>
                <a:lnTo>
                  <a:pt x="419100" y="190500"/>
                </a:lnTo>
                <a:lnTo>
                  <a:pt x="419100" y="0"/>
                </a:lnTo>
                <a:lnTo>
                  <a:pt x="0" y="0"/>
                </a:lnTo>
                <a:lnTo>
                  <a:pt x="0" y="19050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CustomShape 7"/>
          <p:cNvSpPr/>
          <p:nvPr/>
        </p:nvSpPr>
        <p:spPr>
          <a:xfrm>
            <a:off x="1568520" y="2007000"/>
            <a:ext cx="406080" cy="119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6588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fibo(3)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9" name="CustomShape 8"/>
          <p:cNvSpPr/>
          <p:nvPr/>
        </p:nvSpPr>
        <p:spPr>
          <a:xfrm>
            <a:off x="3238560" y="198108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419100" y="0"/>
                </a:moveTo>
                <a:lnTo>
                  <a:pt x="0" y="0"/>
                </a:lnTo>
                <a:lnTo>
                  <a:pt x="0" y="190500"/>
                </a:lnTo>
                <a:lnTo>
                  <a:pt x="419100" y="190500"/>
                </a:lnTo>
                <a:lnTo>
                  <a:pt x="4191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CustomShape 9"/>
          <p:cNvSpPr/>
          <p:nvPr/>
        </p:nvSpPr>
        <p:spPr>
          <a:xfrm>
            <a:off x="3238560" y="198108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0" y="190500"/>
                </a:moveTo>
                <a:lnTo>
                  <a:pt x="419100" y="190500"/>
                </a:lnTo>
                <a:lnTo>
                  <a:pt x="419100" y="0"/>
                </a:lnTo>
                <a:lnTo>
                  <a:pt x="0" y="0"/>
                </a:lnTo>
                <a:lnTo>
                  <a:pt x="0" y="19050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CustomShape 10"/>
          <p:cNvSpPr/>
          <p:nvPr/>
        </p:nvSpPr>
        <p:spPr>
          <a:xfrm>
            <a:off x="3244680" y="2007000"/>
            <a:ext cx="406080" cy="119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6480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fibo(2)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2" name="CustomShape 11"/>
          <p:cNvSpPr/>
          <p:nvPr/>
        </p:nvSpPr>
        <p:spPr>
          <a:xfrm>
            <a:off x="990720" y="243828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419100" y="0"/>
                </a:moveTo>
                <a:lnTo>
                  <a:pt x="0" y="0"/>
                </a:lnTo>
                <a:lnTo>
                  <a:pt x="0" y="190500"/>
                </a:lnTo>
                <a:lnTo>
                  <a:pt x="419100" y="190500"/>
                </a:lnTo>
                <a:lnTo>
                  <a:pt x="4191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3" name="CustomShape 12"/>
          <p:cNvSpPr/>
          <p:nvPr/>
        </p:nvSpPr>
        <p:spPr>
          <a:xfrm>
            <a:off x="990720" y="2438280"/>
            <a:ext cx="418680" cy="190080"/>
          </a:xfrm>
          <a:custGeom>
            <a:avLst/>
            <a:gdLst/>
            <a:ahLst/>
            <a:rect l="l" t="t" r="r" b="b"/>
            <a:pathLst>
              <a:path w="419100" h="190500">
                <a:moveTo>
                  <a:pt x="0" y="190500"/>
                </a:moveTo>
                <a:lnTo>
                  <a:pt x="419100" y="190500"/>
                </a:lnTo>
                <a:lnTo>
                  <a:pt x="419100" y="0"/>
                </a:lnTo>
                <a:lnTo>
                  <a:pt x="0" y="0"/>
                </a:lnTo>
                <a:lnTo>
                  <a:pt x="0" y="190500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CustomShape 13"/>
          <p:cNvSpPr/>
          <p:nvPr/>
        </p:nvSpPr>
        <p:spPr>
          <a:xfrm>
            <a:off x="996840" y="2464200"/>
            <a:ext cx="406080" cy="119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6408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fibo(2)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5" name="CustomShape 14"/>
          <p:cNvSpPr/>
          <p:nvPr/>
        </p:nvSpPr>
        <p:spPr>
          <a:xfrm>
            <a:off x="2133720" y="2438280"/>
            <a:ext cx="418680" cy="14436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7440" bIns="0"/>
          <a:p>
            <a:pPr marL="7488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7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6" name="CustomShape 15"/>
          <p:cNvSpPr/>
          <p:nvPr/>
        </p:nvSpPr>
        <p:spPr>
          <a:xfrm>
            <a:off x="457200" y="2895480"/>
            <a:ext cx="418680" cy="145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8160" bIns="0"/>
          <a:p>
            <a:pPr marL="7488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7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7" name="CustomShape 16"/>
          <p:cNvSpPr/>
          <p:nvPr/>
        </p:nvSpPr>
        <p:spPr>
          <a:xfrm>
            <a:off x="1486080" y="2895480"/>
            <a:ext cx="418680" cy="145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8160" bIns="0"/>
          <a:p>
            <a:pPr marL="6588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fibo(0)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8" name="CustomShape 17"/>
          <p:cNvSpPr/>
          <p:nvPr/>
        </p:nvSpPr>
        <p:spPr>
          <a:xfrm>
            <a:off x="2743200" y="2438280"/>
            <a:ext cx="418680" cy="14436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7440" bIns="0"/>
          <a:p>
            <a:pPr marL="7560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7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9" name="CustomShape 18"/>
          <p:cNvSpPr/>
          <p:nvPr/>
        </p:nvSpPr>
        <p:spPr>
          <a:xfrm>
            <a:off x="3772080" y="2438280"/>
            <a:ext cx="418680" cy="14436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7440" bIns="0"/>
          <a:p>
            <a:pPr marL="66600">
              <a:lnSpc>
                <a:spcPct val="100000"/>
              </a:lnSpc>
            </a:pPr>
            <a:r>
              <a:rPr b="1" lang="pt-BR" sz="7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fibo(0)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0" name="CustomShape 19"/>
          <p:cNvSpPr/>
          <p:nvPr/>
        </p:nvSpPr>
        <p:spPr>
          <a:xfrm>
            <a:off x="666720" y="1744920"/>
            <a:ext cx="3314520" cy="1155240"/>
          </a:xfrm>
          <a:custGeom>
            <a:avLst/>
            <a:gdLst/>
            <a:ahLst/>
            <a:rect l="l" t="t" r="r" b="b"/>
            <a:pathLst>
              <a:path w="3314700" h="1155700">
                <a:moveTo>
                  <a:pt x="1028700" y="1150620"/>
                </a:moveTo>
                <a:lnTo>
                  <a:pt x="1028382" y="1150112"/>
                </a:lnTo>
                <a:lnTo>
                  <a:pt x="992886" y="1091946"/>
                </a:lnTo>
                <a:lnTo>
                  <a:pt x="990600" y="1088263"/>
                </a:lnTo>
                <a:lnTo>
                  <a:pt x="985647" y="1087120"/>
                </a:lnTo>
                <a:lnTo>
                  <a:pt x="978281" y="1091692"/>
                </a:lnTo>
                <a:lnTo>
                  <a:pt x="977011" y="1096518"/>
                </a:lnTo>
                <a:lnTo>
                  <a:pt x="979297" y="1100328"/>
                </a:lnTo>
                <a:lnTo>
                  <a:pt x="992682" y="1122159"/>
                </a:lnTo>
                <a:lnTo>
                  <a:pt x="537210" y="876935"/>
                </a:lnTo>
                <a:lnTo>
                  <a:pt x="533400" y="883920"/>
                </a:lnTo>
                <a:lnTo>
                  <a:pt x="529844" y="876808"/>
                </a:lnTo>
                <a:lnTo>
                  <a:pt x="36741" y="1123429"/>
                </a:lnTo>
                <a:lnTo>
                  <a:pt x="50927" y="1101725"/>
                </a:lnTo>
                <a:lnTo>
                  <a:pt x="53213" y="1098169"/>
                </a:lnTo>
                <a:lnTo>
                  <a:pt x="52197" y="1093216"/>
                </a:lnTo>
                <a:lnTo>
                  <a:pt x="48514" y="1090803"/>
                </a:lnTo>
                <a:lnTo>
                  <a:pt x="44958" y="1088390"/>
                </a:lnTo>
                <a:lnTo>
                  <a:pt x="40005" y="1089406"/>
                </a:lnTo>
                <a:lnTo>
                  <a:pt x="0" y="1150620"/>
                </a:lnTo>
                <a:lnTo>
                  <a:pt x="72898" y="1155319"/>
                </a:lnTo>
                <a:lnTo>
                  <a:pt x="76708" y="1152017"/>
                </a:lnTo>
                <a:lnTo>
                  <a:pt x="76771" y="1150747"/>
                </a:lnTo>
                <a:lnTo>
                  <a:pt x="76962" y="1147699"/>
                </a:lnTo>
                <a:lnTo>
                  <a:pt x="77343" y="1143254"/>
                </a:lnTo>
                <a:lnTo>
                  <a:pt x="73914" y="1139444"/>
                </a:lnTo>
                <a:lnTo>
                  <a:pt x="44056" y="1137539"/>
                </a:lnTo>
                <a:lnTo>
                  <a:pt x="533247" y="892886"/>
                </a:lnTo>
                <a:lnTo>
                  <a:pt x="985316" y="1136269"/>
                </a:lnTo>
                <a:lnTo>
                  <a:pt x="955167" y="1137285"/>
                </a:lnTo>
                <a:lnTo>
                  <a:pt x="951738" y="1140968"/>
                </a:lnTo>
                <a:lnTo>
                  <a:pt x="951992" y="1149731"/>
                </a:lnTo>
                <a:lnTo>
                  <a:pt x="955675" y="1153160"/>
                </a:lnTo>
                <a:lnTo>
                  <a:pt x="1028700" y="1150620"/>
                </a:lnTo>
                <a:close/>
                <a:moveTo>
                  <a:pt x="1676400" y="693420"/>
                </a:moveTo>
                <a:lnTo>
                  <a:pt x="1637284" y="636905"/>
                </a:lnTo>
                <a:lnTo>
                  <a:pt x="1634744" y="633349"/>
                </a:lnTo>
                <a:lnTo>
                  <a:pt x="1629791" y="632460"/>
                </a:lnTo>
                <a:lnTo>
                  <a:pt x="1626235" y="634873"/>
                </a:lnTo>
                <a:lnTo>
                  <a:pt x="1622679" y="637413"/>
                </a:lnTo>
                <a:lnTo>
                  <a:pt x="1621790" y="642366"/>
                </a:lnTo>
                <a:lnTo>
                  <a:pt x="1624203" y="645922"/>
                </a:lnTo>
                <a:lnTo>
                  <a:pt x="1638896" y="667181"/>
                </a:lnTo>
                <a:lnTo>
                  <a:pt x="1108202" y="419481"/>
                </a:lnTo>
                <a:lnTo>
                  <a:pt x="1104900" y="426720"/>
                </a:lnTo>
                <a:lnTo>
                  <a:pt x="1101598" y="419481"/>
                </a:lnTo>
                <a:lnTo>
                  <a:pt x="570890" y="667181"/>
                </a:lnTo>
                <a:lnTo>
                  <a:pt x="580009" y="632460"/>
                </a:lnTo>
                <a:lnTo>
                  <a:pt x="575056" y="633349"/>
                </a:lnTo>
                <a:lnTo>
                  <a:pt x="572516" y="636905"/>
                </a:lnTo>
                <a:lnTo>
                  <a:pt x="533400" y="693420"/>
                </a:lnTo>
                <a:lnTo>
                  <a:pt x="606171" y="700151"/>
                </a:lnTo>
                <a:lnTo>
                  <a:pt x="610108" y="696849"/>
                </a:lnTo>
                <a:lnTo>
                  <a:pt x="610362" y="693928"/>
                </a:lnTo>
                <a:lnTo>
                  <a:pt x="610870" y="688213"/>
                </a:lnTo>
                <a:lnTo>
                  <a:pt x="607695" y="684276"/>
                </a:lnTo>
                <a:lnTo>
                  <a:pt x="577634" y="681532"/>
                </a:lnTo>
                <a:lnTo>
                  <a:pt x="1104887" y="435508"/>
                </a:lnTo>
                <a:lnTo>
                  <a:pt x="1632153" y="681532"/>
                </a:lnTo>
                <a:lnTo>
                  <a:pt x="1602105" y="684276"/>
                </a:lnTo>
                <a:lnTo>
                  <a:pt x="1598930" y="688213"/>
                </a:lnTo>
                <a:lnTo>
                  <a:pt x="1599692" y="696849"/>
                </a:lnTo>
                <a:lnTo>
                  <a:pt x="1603629" y="700151"/>
                </a:lnTo>
                <a:lnTo>
                  <a:pt x="1670913" y="693928"/>
                </a:lnTo>
                <a:lnTo>
                  <a:pt x="1676400" y="693420"/>
                </a:lnTo>
                <a:close/>
                <a:moveTo>
                  <a:pt x="2781300" y="236220"/>
                </a:moveTo>
                <a:lnTo>
                  <a:pt x="2733040" y="187071"/>
                </a:lnTo>
                <a:lnTo>
                  <a:pt x="2730119" y="184023"/>
                </a:lnTo>
                <a:lnTo>
                  <a:pt x="2725039" y="184023"/>
                </a:lnTo>
                <a:lnTo>
                  <a:pt x="2721991" y="187071"/>
                </a:lnTo>
                <a:lnTo>
                  <a:pt x="2718816" y="190119"/>
                </a:lnTo>
                <a:lnTo>
                  <a:pt x="2718816" y="195199"/>
                </a:lnTo>
                <a:lnTo>
                  <a:pt x="2721864" y="198374"/>
                </a:lnTo>
                <a:lnTo>
                  <a:pt x="2739872" y="216687"/>
                </a:lnTo>
                <a:lnTo>
                  <a:pt x="1945132" y="0"/>
                </a:lnTo>
                <a:lnTo>
                  <a:pt x="1943100" y="7620"/>
                </a:lnTo>
                <a:lnTo>
                  <a:pt x="1941068" y="0"/>
                </a:lnTo>
                <a:lnTo>
                  <a:pt x="1146314" y="216687"/>
                </a:lnTo>
                <a:lnTo>
                  <a:pt x="1164336" y="198374"/>
                </a:lnTo>
                <a:lnTo>
                  <a:pt x="1167384" y="195199"/>
                </a:lnTo>
                <a:lnTo>
                  <a:pt x="1167384" y="190119"/>
                </a:lnTo>
                <a:lnTo>
                  <a:pt x="1164209" y="187071"/>
                </a:lnTo>
                <a:lnTo>
                  <a:pt x="1161161" y="184023"/>
                </a:lnTo>
                <a:lnTo>
                  <a:pt x="1156081" y="184023"/>
                </a:lnTo>
                <a:lnTo>
                  <a:pt x="1153033" y="187198"/>
                </a:lnTo>
                <a:lnTo>
                  <a:pt x="1104900" y="236220"/>
                </a:lnTo>
                <a:lnTo>
                  <a:pt x="1175512" y="255143"/>
                </a:lnTo>
                <a:lnTo>
                  <a:pt x="1179830" y="252603"/>
                </a:lnTo>
                <a:lnTo>
                  <a:pt x="1182116" y="244221"/>
                </a:lnTo>
                <a:lnTo>
                  <a:pt x="1179576" y="239776"/>
                </a:lnTo>
                <a:lnTo>
                  <a:pt x="1150620" y="232016"/>
                </a:lnTo>
                <a:lnTo>
                  <a:pt x="1943087" y="15798"/>
                </a:lnTo>
                <a:lnTo>
                  <a:pt x="2735567" y="232016"/>
                </a:lnTo>
                <a:lnTo>
                  <a:pt x="2706624" y="239776"/>
                </a:lnTo>
                <a:lnTo>
                  <a:pt x="2704084" y="244221"/>
                </a:lnTo>
                <a:lnTo>
                  <a:pt x="2706370" y="252603"/>
                </a:lnTo>
                <a:lnTo>
                  <a:pt x="2710688" y="255143"/>
                </a:lnTo>
                <a:lnTo>
                  <a:pt x="2768015" y="239776"/>
                </a:lnTo>
                <a:lnTo>
                  <a:pt x="2781300" y="236220"/>
                </a:lnTo>
                <a:close/>
                <a:moveTo>
                  <a:pt x="3314700" y="693420"/>
                </a:moveTo>
                <a:lnTo>
                  <a:pt x="3274695" y="632206"/>
                </a:lnTo>
                <a:lnTo>
                  <a:pt x="3269742" y="631190"/>
                </a:lnTo>
                <a:lnTo>
                  <a:pt x="3266186" y="633603"/>
                </a:lnTo>
                <a:lnTo>
                  <a:pt x="3262503" y="636016"/>
                </a:lnTo>
                <a:lnTo>
                  <a:pt x="3261487" y="640969"/>
                </a:lnTo>
                <a:lnTo>
                  <a:pt x="3263773" y="644525"/>
                </a:lnTo>
                <a:lnTo>
                  <a:pt x="3277946" y="666229"/>
                </a:lnTo>
                <a:lnTo>
                  <a:pt x="2784856" y="419608"/>
                </a:lnTo>
                <a:lnTo>
                  <a:pt x="2781300" y="426720"/>
                </a:lnTo>
                <a:lnTo>
                  <a:pt x="2777490" y="419735"/>
                </a:lnTo>
                <a:lnTo>
                  <a:pt x="2322004" y="664959"/>
                </a:lnTo>
                <a:lnTo>
                  <a:pt x="2335403" y="643128"/>
                </a:lnTo>
                <a:lnTo>
                  <a:pt x="2337689" y="639318"/>
                </a:lnTo>
                <a:lnTo>
                  <a:pt x="2336419" y="634492"/>
                </a:lnTo>
                <a:lnTo>
                  <a:pt x="2329053" y="629920"/>
                </a:lnTo>
                <a:lnTo>
                  <a:pt x="2324100" y="631063"/>
                </a:lnTo>
                <a:lnTo>
                  <a:pt x="2321814" y="634746"/>
                </a:lnTo>
                <a:lnTo>
                  <a:pt x="2286000" y="693420"/>
                </a:lnTo>
                <a:lnTo>
                  <a:pt x="2359025" y="695960"/>
                </a:lnTo>
                <a:lnTo>
                  <a:pt x="2362289" y="692912"/>
                </a:lnTo>
                <a:lnTo>
                  <a:pt x="2362708" y="692531"/>
                </a:lnTo>
                <a:lnTo>
                  <a:pt x="2362962" y="683768"/>
                </a:lnTo>
                <a:lnTo>
                  <a:pt x="2359533" y="680085"/>
                </a:lnTo>
                <a:lnTo>
                  <a:pt x="2329370" y="679069"/>
                </a:lnTo>
                <a:lnTo>
                  <a:pt x="2781439" y="435686"/>
                </a:lnTo>
                <a:lnTo>
                  <a:pt x="3270631" y="680339"/>
                </a:lnTo>
                <a:lnTo>
                  <a:pt x="3240786" y="682244"/>
                </a:lnTo>
                <a:lnTo>
                  <a:pt x="3237357" y="686054"/>
                </a:lnTo>
                <a:lnTo>
                  <a:pt x="3237750" y="690753"/>
                </a:lnTo>
                <a:lnTo>
                  <a:pt x="3237992" y="694817"/>
                </a:lnTo>
                <a:lnTo>
                  <a:pt x="3241802" y="698119"/>
                </a:lnTo>
                <a:lnTo>
                  <a:pt x="3312731" y="693547"/>
                </a:lnTo>
                <a:lnTo>
                  <a:pt x="3314700" y="69342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1" name="CustomShape 20"/>
          <p:cNvSpPr/>
          <p:nvPr/>
        </p:nvSpPr>
        <p:spPr>
          <a:xfrm>
            <a:off x="658800" y="1620360"/>
            <a:ext cx="3330360" cy="1274760"/>
          </a:xfrm>
          <a:custGeom>
            <a:avLst/>
            <a:gdLst/>
            <a:ahLst/>
            <a:rect l="l" t="t" r="r" b="b"/>
            <a:pathLst>
              <a:path w="3330575" h="1275080">
                <a:moveTo>
                  <a:pt x="15875" y="1211580"/>
                </a:moveTo>
                <a:lnTo>
                  <a:pt x="0" y="1211580"/>
                </a:lnTo>
                <a:lnTo>
                  <a:pt x="0" y="1275080"/>
                </a:lnTo>
                <a:lnTo>
                  <a:pt x="15875" y="1275080"/>
                </a:lnTo>
                <a:lnTo>
                  <a:pt x="15875" y="1211580"/>
                </a:lnTo>
                <a:close/>
                <a:moveTo>
                  <a:pt x="15875" y="1100455"/>
                </a:moveTo>
                <a:lnTo>
                  <a:pt x="0" y="1100455"/>
                </a:lnTo>
                <a:lnTo>
                  <a:pt x="0" y="1163955"/>
                </a:lnTo>
                <a:lnTo>
                  <a:pt x="15875" y="1163955"/>
                </a:lnTo>
                <a:lnTo>
                  <a:pt x="15875" y="1100455"/>
                </a:lnTo>
                <a:close/>
                <a:moveTo>
                  <a:pt x="15875" y="989330"/>
                </a:moveTo>
                <a:lnTo>
                  <a:pt x="0" y="989330"/>
                </a:lnTo>
                <a:lnTo>
                  <a:pt x="0" y="1052830"/>
                </a:lnTo>
                <a:lnTo>
                  <a:pt x="15875" y="1052830"/>
                </a:lnTo>
                <a:lnTo>
                  <a:pt x="15875" y="989330"/>
                </a:lnTo>
                <a:close/>
                <a:moveTo>
                  <a:pt x="42926" y="905256"/>
                </a:moveTo>
                <a:lnTo>
                  <a:pt x="3556" y="905256"/>
                </a:lnTo>
                <a:lnTo>
                  <a:pt x="0" y="908685"/>
                </a:lnTo>
                <a:lnTo>
                  <a:pt x="0" y="941705"/>
                </a:lnTo>
                <a:lnTo>
                  <a:pt x="15875" y="941705"/>
                </a:lnTo>
                <a:lnTo>
                  <a:pt x="15875" y="921131"/>
                </a:lnTo>
                <a:lnTo>
                  <a:pt x="42926" y="921131"/>
                </a:lnTo>
                <a:lnTo>
                  <a:pt x="42926" y="913130"/>
                </a:lnTo>
                <a:lnTo>
                  <a:pt x="42926" y="905256"/>
                </a:lnTo>
                <a:close/>
                <a:moveTo>
                  <a:pt x="154051" y="905256"/>
                </a:moveTo>
                <a:lnTo>
                  <a:pt x="90551" y="905256"/>
                </a:lnTo>
                <a:lnTo>
                  <a:pt x="90551" y="921131"/>
                </a:lnTo>
                <a:lnTo>
                  <a:pt x="154051" y="921131"/>
                </a:lnTo>
                <a:lnTo>
                  <a:pt x="154051" y="905256"/>
                </a:lnTo>
                <a:close/>
                <a:moveTo>
                  <a:pt x="265176" y="905129"/>
                </a:moveTo>
                <a:lnTo>
                  <a:pt x="201676" y="905129"/>
                </a:lnTo>
                <a:lnTo>
                  <a:pt x="201676" y="921131"/>
                </a:lnTo>
                <a:lnTo>
                  <a:pt x="265176" y="921131"/>
                </a:lnTo>
                <a:lnTo>
                  <a:pt x="265176" y="905129"/>
                </a:lnTo>
                <a:close/>
                <a:moveTo>
                  <a:pt x="331838" y="913142"/>
                </a:moveTo>
                <a:lnTo>
                  <a:pt x="318160" y="905129"/>
                </a:lnTo>
                <a:lnTo>
                  <a:pt x="272542" y="878459"/>
                </a:lnTo>
                <a:lnTo>
                  <a:pt x="268732" y="876300"/>
                </a:lnTo>
                <a:lnTo>
                  <a:pt x="263906" y="877570"/>
                </a:lnTo>
                <a:lnTo>
                  <a:pt x="261620" y="881380"/>
                </a:lnTo>
                <a:lnTo>
                  <a:pt x="259461" y="885190"/>
                </a:lnTo>
                <a:lnTo>
                  <a:pt x="260731" y="890016"/>
                </a:lnTo>
                <a:lnTo>
                  <a:pt x="264541" y="892175"/>
                </a:lnTo>
                <a:lnTo>
                  <a:pt x="300418" y="913142"/>
                </a:lnTo>
                <a:lnTo>
                  <a:pt x="264541" y="934085"/>
                </a:lnTo>
                <a:lnTo>
                  <a:pt x="260731" y="936244"/>
                </a:lnTo>
                <a:lnTo>
                  <a:pt x="259461" y="941070"/>
                </a:lnTo>
                <a:lnTo>
                  <a:pt x="261620" y="944880"/>
                </a:lnTo>
                <a:lnTo>
                  <a:pt x="263906" y="948690"/>
                </a:lnTo>
                <a:lnTo>
                  <a:pt x="268732" y="949960"/>
                </a:lnTo>
                <a:lnTo>
                  <a:pt x="272542" y="947801"/>
                </a:lnTo>
                <a:lnTo>
                  <a:pt x="318160" y="921131"/>
                </a:lnTo>
                <a:lnTo>
                  <a:pt x="331838" y="913142"/>
                </a:lnTo>
                <a:close/>
                <a:moveTo>
                  <a:pt x="549275" y="754380"/>
                </a:moveTo>
                <a:lnTo>
                  <a:pt x="533400" y="754380"/>
                </a:lnTo>
                <a:lnTo>
                  <a:pt x="533400" y="817880"/>
                </a:lnTo>
                <a:lnTo>
                  <a:pt x="549275" y="817880"/>
                </a:lnTo>
                <a:lnTo>
                  <a:pt x="549275" y="754380"/>
                </a:lnTo>
                <a:close/>
                <a:moveTo>
                  <a:pt x="549275" y="643255"/>
                </a:moveTo>
                <a:lnTo>
                  <a:pt x="533400" y="643255"/>
                </a:lnTo>
                <a:lnTo>
                  <a:pt x="533400" y="706755"/>
                </a:lnTo>
                <a:lnTo>
                  <a:pt x="549275" y="706755"/>
                </a:lnTo>
                <a:lnTo>
                  <a:pt x="549275" y="643255"/>
                </a:lnTo>
                <a:close/>
                <a:moveTo>
                  <a:pt x="549275" y="532130"/>
                </a:moveTo>
                <a:lnTo>
                  <a:pt x="533400" y="532130"/>
                </a:lnTo>
                <a:lnTo>
                  <a:pt x="533400" y="595630"/>
                </a:lnTo>
                <a:lnTo>
                  <a:pt x="549275" y="595630"/>
                </a:lnTo>
                <a:lnTo>
                  <a:pt x="549275" y="532130"/>
                </a:lnTo>
                <a:close/>
                <a:moveTo>
                  <a:pt x="576326" y="448056"/>
                </a:moveTo>
                <a:lnTo>
                  <a:pt x="536956" y="448056"/>
                </a:lnTo>
                <a:lnTo>
                  <a:pt x="533400" y="451485"/>
                </a:lnTo>
                <a:lnTo>
                  <a:pt x="533400" y="484505"/>
                </a:lnTo>
                <a:lnTo>
                  <a:pt x="549275" y="484505"/>
                </a:lnTo>
                <a:lnTo>
                  <a:pt x="549275" y="463931"/>
                </a:lnTo>
                <a:lnTo>
                  <a:pt x="576326" y="463931"/>
                </a:lnTo>
                <a:lnTo>
                  <a:pt x="576326" y="455930"/>
                </a:lnTo>
                <a:lnTo>
                  <a:pt x="576326" y="448056"/>
                </a:lnTo>
                <a:close/>
                <a:moveTo>
                  <a:pt x="687451" y="448056"/>
                </a:moveTo>
                <a:lnTo>
                  <a:pt x="623951" y="448056"/>
                </a:lnTo>
                <a:lnTo>
                  <a:pt x="623951" y="463931"/>
                </a:lnTo>
                <a:lnTo>
                  <a:pt x="687451" y="463931"/>
                </a:lnTo>
                <a:lnTo>
                  <a:pt x="687451" y="448056"/>
                </a:lnTo>
                <a:close/>
                <a:moveTo>
                  <a:pt x="798576" y="447929"/>
                </a:moveTo>
                <a:lnTo>
                  <a:pt x="735076" y="447929"/>
                </a:lnTo>
                <a:lnTo>
                  <a:pt x="735076" y="463931"/>
                </a:lnTo>
                <a:lnTo>
                  <a:pt x="798576" y="463931"/>
                </a:lnTo>
                <a:lnTo>
                  <a:pt x="798576" y="447929"/>
                </a:lnTo>
                <a:close/>
                <a:moveTo>
                  <a:pt x="843026" y="905129"/>
                </a:moveTo>
                <a:lnTo>
                  <a:pt x="796074" y="905129"/>
                </a:lnTo>
                <a:lnTo>
                  <a:pt x="818261" y="892175"/>
                </a:lnTo>
                <a:lnTo>
                  <a:pt x="822071" y="890016"/>
                </a:lnTo>
                <a:lnTo>
                  <a:pt x="823341" y="885190"/>
                </a:lnTo>
                <a:lnTo>
                  <a:pt x="821182" y="881380"/>
                </a:lnTo>
                <a:lnTo>
                  <a:pt x="818896" y="877570"/>
                </a:lnTo>
                <a:lnTo>
                  <a:pt x="814070" y="876300"/>
                </a:lnTo>
                <a:lnTo>
                  <a:pt x="810260" y="878459"/>
                </a:lnTo>
                <a:lnTo>
                  <a:pt x="750951" y="913142"/>
                </a:lnTo>
                <a:lnTo>
                  <a:pt x="810260" y="947801"/>
                </a:lnTo>
                <a:lnTo>
                  <a:pt x="814070" y="949960"/>
                </a:lnTo>
                <a:lnTo>
                  <a:pt x="818896" y="948690"/>
                </a:lnTo>
                <a:lnTo>
                  <a:pt x="821182" y="944880"/>
                </a:lnTo>
                <a:lnTo>
                  <a:pt x="823341" y="941070"/>
                </a:lnTo>
                <a:lnTo>
                  <a:pt x="822071" y="936244"/>
                </a:lnTo>
                <a:lnTo>
                  <a:pt x="818261" y="934085"/>
                </a:lnTo>
                <a:lnTo>
                  <a:pt x="795858" y="921004"/>
                </a:lnTo>
                <a:lnTo>
                  <a:pt x="843026" y="921004"/>
                </a:lnTo>
                <a:lnTo>
                  <a:pt x="843026" y="905129"/>
                </a:lnTo>
                <a:close/>
                <a:moveTo>
                  <a:pt x="903338" y="455942"/>
                </a:moveTo>
                <a:lnTo>
                  <a:pt x="889660" y="447929"/>
                </a:lnTo>
                <a:lnTo>
                  <a:pt x="844042" y="421259"/>
                </a:lnTo>
                <a:lnTo>
                  <a:pt x="840232" y="419100"/>
                </a:lnTo>
                <a:lnTo>
                  <a:pt x="835406" y="420370"/>
                </a:lnTo>
                <a:lnTo>
                  <a:pt x="833120" y="424180"/>
                </a:lnTo>
                <a:lnTo>
                  <a:pt x="830961" y="427990"/>
                </a:lnTo>
                <a:lnTo>
                  <a:pt x="832231" y="432816"/>
                </a:lnTo>
                <a:lnTo>
                  <a:pt x="836041" y="434975"/>
                </a:lnTo>
                <a:lnTo>
                  <a:pt x="858202" y="447929"/>
                </a:lnTo>
                <a:lnTo>
                  <a:pt x="846201" y="447929"/>
                </a:lnTo>
                <a:lnTo>
                  <a:pt x="846201" y="463931"/>
                </a:lnTo>
                <a:lnTo>
                  <a:pt x="858278" y="463905"/>
                </a:lnTo>
                <a:lnTo>
                  <a:pt x="836041" y="476885"/>
                </a:lnTo>
                <a:lnTo>
                  <a:pt x="832231" y="479044"/>
                </a:lnTo>
                <a:lnTo>
                  <a:pt x="830961" y="483870"/>
                </a:lnTo>
                <a:lnTo>
                  <a:pt x="833120" y="487680"/>
                </a:lnTo>
                <a:lnTo>
                  <a:pt x="835406" y="491490"/>
                </a:lnTo>
                <a:lnTo>
                  <a:pt x="840232" y="492760"/>
                </a:lnTo>
                <a:lnTo>
                  <a:pt x="844042" y="490601"/>
                </a:lnTo>
                <a:lnTo>
                  <a:pt x="903338" y="455942"/>
                </a:lnTo>
                <a:close/>
                <a:moveTo>
                  <a:pt x="954151" y="905129"/>
                </a:moveTo>
                <a:lnTo>
                  <a:pt x="890651" y="905129"/>
                </a:lnTo>
                <a:lnTo>
                  <a:pt x="890651" y="921004"/>
                </a:lnTo>
                <a:lnTo>
                  <a:pt x="954151" y="921004"/>
                </a:lnTo>
                <a:lnTo>
                  <a:pt x="954151" y="905129"/>
                </a:lnTo>
                <a:close/>
                <a:moveTo>
                  <a:pt x="1044575" y="1211580"/>
                </a:moveTo>
                <a:lnTo>
                  <a:pt x="1028700" y="1211580"/>
                </a:lnTo>
                <a:lnTo>
                  <a:pt x="1028700" y="1275080"/>
                </a:lnTo>
                <a:lnTo>
                  <a:pt x="1044575" y="1275080"/>
                </a:lnTo>
                <a:lnTo>
                  <a:pt x="1044575" y="1211580"/>
                </a:lnTo>
                <a:close/>
                <a:moveTo>
                  <a:pt x="1044575" y="1100455"/>
                </a:moveTo>
                <a:lnTo>
                  <a:pt x="1028700" y="1100455"/>
                </a:lnTo>
                <a:lnTo>
                  <a:pt x="1028700" y="1163955"/>
                </a:lnTo>
                <a:lnTo>
                  <a:pt x="1044575" y="1163955"/>
                </a:lnTo>
                <a:lnTo>
                  <a:pt x="1044575" y="1100455"/>
                </a:lnTo>
                <a:close/>
                <a:moveTo>
                  <a:pt x="1044575" y="989330"/>
                </a:moveTo>
                <a:lnTo>
                  <a:pt x="1028700" y="989330"/>
                </a:lnTo>
                <a:lnTo>
                  <a:pt x="1028700" y="1052830"/>
                </a:lnTo>
                <a:lnTo>
                  <a:pt x="1044575" y="1052830"/>
                </a:lnTo>
                <a:lnTo>
                  <a:pt x="1044575" y="989330"/>
                </a:lnTo>
                <a:close/>
                <a:moveTo>
                  <a:pt x="1044575" y="908685"/>
                </a:moveTo>
                <a:lnTo>
                  <a:pt x="1041146" y="905129"/>
                </a:lnTo>
                <a:lnTo>
                  <a:pt x="1001776" y="905129"/>
                </a:lnTo>
                <a:lnTo>
                  <a:pt x="1001776" y="921004"/>
                </a:lnTo>
                <a:lnTo>
                  <a:pt x="1028700" y="921004"/>
                </a:lnTo>
                <a:lnTo>
                  <a:pt x="1028700" y="941705"/>
                </a:lnTo>
                <a:lnTo>
                  <a:pt x="1044575" y="941705"/>
                </a:lnTo>
                <a:lnTo>
                  <a:pt x="1044575" y="921004"/>
                </a:lnTo>
                <a:lnTo>
                  <a:pt x="1044575" y="913130"/>
                </a:lnTo>
                <a:lnTo>
                  <a:pt x="1044575" y="908685"/>
                </a:lnTo>
                <a:close/>
                <a:moveTo>
                  <a:pt x="1120775" y="297180"/>
                </a:moveTo>
                <a:lnTo>
                  <a:pt x="1104900" y="297180"/>
                </a:lnTo>
                <a:lnTo>
                  <a:pt x="1104900" y="360680"/>
                </a:lnTo>
                <a:lnTo>
                  <a:pt x="1120775" y="360680"/>
                </a:lnTo>
                <a:lnTo>
                  <a:pt x="1120775" y="297180"/>
                </a:lnTo>
                <a:close/>
                <a:moveTo>
                  <a:pt x="1120775" y="186055"/>
                </a:moveTo>
                <a:lnTo>
                  <a:pt x="1104900" y="186055"/>
                </a:lnTo>
                <a:lnTo>
                  <a:pt x="1104900" y="249555"/>
                </a:lnTo>
                <a:lnTo>
                  <a:pt x="1120775" y="249555"/>
                </a:lnTo>
                <a:lnTo>
                  <a:pt x="1120775" y="186055"/>
                </a:lnTo>
                <a:close/>
                <a:moveTo>
                  <a:pt x="1120775" y="74930"/>
                </a:moveTo>
                <a:lnTo>
                  <a:pt x="1104900" y="74930"/>
                </a:lnTo>
                <a:lnTo>
                  <a:pt x="1104900" y="138430"/>
                </a:lnTo>
                <a:lnTo>
                  <a:pt x="1120775" y="138430"/>
                </a:lnTo>
                <a:lnTo>
                  <a:pt x="1120775" y="74930"/>
                </a:lnTo>
                <a:close/>
                <a:moveTo>
                  <a:pt x="1185926" y="28956"/>
                </a:moveTo>
                <a:lnTo>
                  <a:pt x="1122426" y="28956"/>
                </a:lnTo>
                <a:lnTo>
                  <a:pt x="1122426" y="44831"/>
                </a:lnTo>
                <a:lnTo>
                  <a:pt x="1185926" y="44831"/>
                </a:lnTo>
                <a:lnTo>
                  <a:pt x="1185926" y="28956"/>
                </a:lnTo>
                <a:close/>
                <a:moveTo>
                  <a:pt x="1297051" y="28956"/>
                </a:moveTo>
                <a:lnTo>
                  <a:pt x="1233551" y="28956"/>
                </a:lnTo>
                <a:lnTo>
                  <a:pt x="1233551" y="44831"/>
                </a:lnTo>
                <a:lnTo>
                  <a:pt x="1297051" y="44831"/>
                </a:lnTo>
                <a:lnTo>
                  <a:pt x="1297051" y="28956"/>
                </a:lnTo>
                <a:close/>
                <a:moveTo>
                  <a:pt x="1394841" y="427990"/>
                </a:moveTo>
                <a:lnTo>
                  <a:pt x="1392682" y="424180"/>
                </a:lnTo>
                <a:lnTo>
                  <a:pt x="1390396" y="420370"/>
                </a:lnTo>
                <a:lnTo>
                  <a:pt x="1385570" y="419100"/>
                </a:lnTo>
                <a:lnTo>
                  <a:pt x="1381760" y="421259"/>
                </a:lnTo>
                <a:lnTo>
                  <a:pt x="1322451" y="455942"/>
                </a:lnTo>
                <a:lnTo>
                  <a:pt x="1381760" y="490601"/>
                </a:lnTo>
                <a:lnTo>
                  <a:pt x="1385570" y="492760"/>
                </a:lnTo>
                <a:lnTo>
                  <a:pt x="1390396" y="491490"/>
                </a:lnTo>
                <a:lnTo>
                  <a:pt x="1392682" y="487680"/>
                </a:lnTo>
                <a:lnTo>
                  <a:pt x="1394841" y="483870"/>
                </a:lnTo>
                <a:lnTo>
                  <a:pt x="1393571" y="479044"/>
                </a:lnTo>
                <a:lnTo>
                  <a:pt x="1389761" y="476885"/>
                </a:lnTo>
                <a:lnTo>
                  <a:pt x="1367358" y="463804"/>
                </a:lnTo>
                <a:lnTo>
                  <a:pt x="1379601" y="463804"/>
                </a:lnTo>
                <a:lnTo>
                  <a:pt x="1379601" y="447929"/>
                </a:lnTo>
                <a:lnTo>
                  <a:pt x="1367574" y="447929"/>
                </a:lnTo>
                <a:lnTo>
                  <a:pt x="1389761" y="434975"/>
                </a:lnTo>
                <a:lnTo>
                  <a:pt x="1393571" y="432816"/>
                </a:lnTo>
                <a:lnTo>
                  <a:pt x="1394841" y="427990"/>
                </a:lnTo>
                <a:close/>
                <a:moveTo>
                  <a:pt x="1408176" y="28956"/>
                </a:moveTo>
                <a:lnTo>
                  <a:pt x="1344676" y="28956"/>
                </a:lnTo>
                <a:lnTo>
                  <a:pt x="1344676" y="44831"/>
                </a:lnTo>
                <a:lnTo>
                  <a:pt x="1408176" y="44831"/>
                </a:lnTo>
                <a:lnTo>
                  <a:pt x="1408176" y="28956"/>
                </a:lnTo>
                <a:close/>
                <a:moveTo>
                  <a:pt x="1490726" y="447929"/>
                </a:moveTo>
                <a:lnTo>
                  <a:pt x="1427226" y="447929"/>
                </a:lnTo>
                <a:lnTo>
                  <a:pt x="1427226" y="463804"/>
                </a:lnTo>
                <a:lnTo>
                  <a:pt x="1490726" y="463804"/>
                </a:lnTo>
                <a:lnTo>
                  <a:pt x="1490726" y="447929"/>
                </a:lnTo>
                <a:close/>
                <a:moveTo>
                  <a:pt x="1519301" y="28956"/>
                </a:moveTo>
                <a:lnTo>
                  <a:pt x="1455801" y="28956"/>
                </a:lnTo>
                <a:lnTo>
                  <a:pt x="1455801" y="44831"/>
                </a:lnTo>
                <a:lnTo>
                  <a:pt x="1519301" y="44831"/>
                </a:lnTo>
                <a:lnTo>
                  <a:pt x="1519301" y="28956"/>
                </a:lnTo>
                <a:close/>
                <a:moveTo>
                  <a:pt x="1601851" y="447929"/>
                </a:moveTo>
                <a:lnTo>
                  <a:pt x="1538351" y="447929"/>
                </a:lnTo>
                <a:lnTo>
                  <a:pt x="1538351" y="463804"/>
                </a:lnTo>
                <a:lnTo>
                  <a:pt x="1601851" y="463804"/>
                </a:lnTo>
                <a:lnTo>
                  <a:pt x="1601851" y="447929"/>
                </a:lnTo>
                <a:close/>
                <a:moveTo>
                  <a:pt x="1630426" y="28956"/>
                </a:moveTo>
                <a:lnTo>
                  <a:pt x="1566926" y="28956"/>
                </a:lnTo>
                <a:lnTo>
                  <a:pt x="1566926" y="44831"/>
                </a:lnTo>
                <a:lnTo>
                  <a:pt x="1630426" y="44831"/>
                </a:lnTo>
                <a:lnTo>
                  <a:pt x="1630426" y="28956"/>
                </a:lnTo>
                <a:close/>
                <a:moveTo>
                  <a:pt x="1692275" y="754380"/>
                </a:moveTo>
                <a:lnTo>
                  <a:pt x="1676400" y="754380"/>
                </a:lnTo>
                <a:lnTo>
                  <a:pt x="1676400" y="817880"/>
                </a:lnTo>
                <a:lnTo>
                  <a:pt x="1692275" y="817880"/>
                </a:lnTo>
                <a:lnTo>
                  <a:pt x="1692275" y="754380"/>
                </a:lnTo>
                <a:close/>
                <a:moveTo>
                  <a:pt x="1692275" y="643255"/>
                </a:moveTo>
                <a:lnTo>
                  <a:pt x="1676400" y="643255"/>
                </a:lnTo>
                <a:lnTo>
                  <a:pt x="1676400" y="706755"/>
                </a:lnTo>
                <a:lnTo>
                  <a:pt x="1692275" y="706755"/>
                </a:lnTo>
                <a:lnTo>
                  <a:pt x="1692275" y="643255"/>
                </a:lnTo>
                <a:close/>
                <a:moveTo>
                  <a:pt x="1692275" y="532130"/>
                </a:moveTo>
                <a:lnTo>
                  <a:pt x="1676400" y="532130"/>
                </a:lnTo>
                <a:lnTo>
                  <a:pt x="1676400" y="595630"/>
                </a:lnTo>
                <a:lnTo>
                  <a:pt x="1692275" y="595630"/>
                </a:lnTo>
                <a:lnTo>
                  <a:pt x="1692275" y="532130"/>
                </a:lnTo>
                <a:close/>
                <a:moveTo>
                  <a:pt x="1692275" y="451485"/>
                </a:moveTo>
                <a:lnTo>
                  <a:pt x="1688846" y="447929"/>
                </a:lnTo>
                <a:lnTo>
                  <a:pt x="1649476" y="447929"/>
                </a:lnTo>
                <a:lnTo>
                  <a:pt x="1649476" y="463804"/>
                </a:lnTo>
                <a:lnTo>
                  <a:pt x="1676400" y="463804"/>
                </a:lnTo>
                <a:lnTo>
                  <a:pt x="1676400" y="484505"/>
                </a:lnTo>
                <a:lnTo>
                  <a:pt x="1692275" y="484505"/>
                </a:lnTo>
                <a:lnTo>
                  <a:pt x="1692275" y="463804"/>
                </a:lnTo>
                <a:lnTo>
                  <a:pt x="1692275" y="455930"/>
                </a:lnTo>
                <a:lnTo>
                  <a:pt x="1692275" y="451485"/>
                </a:lnTo>
                <a:close/>
                <a:moveTo>
                  <a:pt x="1741538" y="36842"/>
                </a:moveTo>
                <a:lnTo>
                  <a:pt x="1728076" y="28956"/>
                </a:lnTo>
                <a:lnTo>
                  <a:pt x="1682242" y="2159"/>
                </a:lnTo>
                <a:lnTo>
                  <a:pt x="1678432" y="0"/>
                </a:lnTo>
                <a:lnTo>
                  <a:pt x="1673606" y="1270"/>
                </a:lnTo>
                <a:lnTo>
                  <a:pt x="1671320" y="5080"/>
                </a:lnTo>
                <a:lnTo>
                  <a:pt x="1669161" y="8890"/>
                </a:lnTo>
                <a:lnTo>
                  <a:pt x="1670431" y="13716"/>
                </a:lnTo>
                <a:lnTo>
                  <a:pt x="1674241" y="15875"/>
                </a:lnTo>
                <a:lnTo>
                  <a:pt x="1696618" y="28956"/>
                </a:lnTo>
                <a:lnTo>
                  <a:pt x="1678051" y="28956"/>
                </a:lnTo>
                <a:lnTo>
                  <a:pt x="1678051" y="44831"/>
                </a:lnTo>
                <a:lnTo>
                  <a:pt x="1696415" y="44831"/>
                </a:lnTo>
                <a:lnTo>
                  <a:pt x="1710118" y="36842"/>
                </a:lnTo>
                <a:lnTo>
                  <a:pt x="1674241" y="57785"/>
                </a:lnTo>
                <a:lnTo>
                  <a:pt x="1670431" y="59944"/>
                </a:lnTo>
                <a:lnTo>
                  <a:pt x="1669161" y="64770"/>
                </a:lnTo>
                <a:lnTo>
                  <a:pt x="1671320" y="68580"/>
                </a:lnTo>
                <a:lnTo>
                  <a:pt x="1673606" y="72390"/>
                </a:lnTo>
                <a:lnTo>
                  <a:pt x="1678432" y="73660"/>
                </a:lnTo>
                <a:lnTo>
                  <a:pt x="1682242" y="71501"/>
                </a:lnTo>
                <a:lnTo>
                  <a:pt x="1727860" y="44831"/>
                </a:lnTo>
                <a:lnTo>
                  <a:pt x="1741538" y="36842"/>
                </a:lnTo>
                <a:close/>
                <a:moveTo>
                  <a:pt x="2233041" y="8890"/>
                </a:moveTo>
                <a:lnTo>
                  <a:pt x="2230882" y="5080"/>
                </a:lnTo>
                <a:lnTo>
                  <a:pt x="2228596" y="1270"/>
                </a:lnTo>
                <a:lnTo>
                  <a:pt x="2223770" y="0"/>
                </a:lnTo>
                <a:lnTo>
                  <a:pt x="2219960" y="2159"/>
                </a:lnTo>
                <a:lnTo>
                  <a:pt x="2160651" y="36842"/>
                </a:lnTo>
                <a:lnTo>
                  <a:pt x="2219960" y="71501"/>
                </a:lnTo>
                <a:lnTo>
                  <a:pt x="2223770" y="73660"/>
                </a:lnTo>
                <a:lnTo>
                  <a:pt x="2228596" y="72390"/>
                </a:lnTo>
                <a:lnTo>
                  <a:pt x="2230882" y="68580"/>
                </a:lnTo>
                <a:lnTo>
                  <a:pt x="2233041" y="64770"/>
                </a:lnTo>
                <a:lnTo>
                  <a:pt x="2231771" y="59944"/>
                </a:lnTo>
                <a:lnTo>
                  <a:pt x="2227961" y="57785"/>
                </a:lnTo>
                <a:lnTo>
                  <a:pt x="2205558" y="44704"/>
                </a:lnTo>
                <a:lnTo>
                  <a:pt x="2224151" y="44704"/>
                </a:lnTo>
                <a:lnTo>
                  <a:pt x="2224151" y="28829"/>
                </a:lnTo>
                <a:lnTo>
                  <a:pt x="2205774" y="28829"/>
                </a:lnTo>
                <a:lnTo>
                  <a:pt x="2227961" y="15875"/>
                </a:lnTo>
                <a:lnTo>
                  <a:pt x="2231771" y="13716"/>
                </a:lnTo>
                <a:lnTo>
                  <a:pt x="2233041" y="8890"/>
                </a:lnTo>
                <a:close/>
                <a:moveTo>
                  <a:pt x="2301875" y="754380"/>
                </a:moveTo>
                <a:lnTo>
                  <a:pt x="2286000" y="754380"/>
                </a:lnTo>
                <a:lnTo>
                  <a:pt x="2286000" y="817880"/>
                </a:lnTo>
                <a:lnTo>
                  <a:pt x="2301875" y="817880"/>
                </a:lnTo>
                <a:lnTo>
                  <a:pt x="2301875" y="754380"/>
                </a:lnTo>
                <a:close/>
                <a:moveTo>
                  <a:pt x="2301875" y="643255"/>
                </a:moveTo>
                <a:lnTo>
                  <a:pt x="2286000" y="643255"/>
                </a:lnTo>
                <a:lnTo>
                  <a:pt x="2286000" y="706755"/>
                </a:lnTo>
                <a:lnTo>
                  <a:pt x="2301875" y="706755"/>
                </a:lnTo>
                <a:lnTo>
                  <a:pt x="2301875" y="643255"/>
                </a:lnTo>
                <a:close/>
                <a:moveTo>
                  <a:pt x="2301875" y="532130"/>
                </a:moveTo>
                <a:lnTo>
                  <a:pt x="2286000" y="532130"/>
                </a:lnTo>
                <a:lnTo>
                  <a:pt x="2286000" y="595630"/>
                </a:lnTo>
                <a:lnTo>
                  <a:pt x="2301875" y="595630"/>
                </a:lnTo>
                <a:lnTo>
                  <a:pt x="2301875" y="532130"/>
                </a:lnTo>
                <a:close/>
                <a:moveTo>
                  <a:pt x="2328926" y="448056"/>
                </a:moveTo>
                <a:lnTo>
                  <a:pt x="2289556" y="448056"/>
                </a:lnTo>
                <a:lnTo>
                  <a:pt x="2286000" y="451485"/>
                </a:lnTo>
                <a:lnTo>
                  <a:pt x="2286000" y="484505"/>
                </a:lnTo>
                <a:lnTo>
                  <a:pt x="2301875" y="484505"/>
                </a:lnTo>
                <a:lnTo>
                  <a:pt x="2301875" y="463931"/>
                </a:lnTo>
                <a:lnTo>
                  <a:pt x="2328926" y="463931"/>
                </a:lnTo>
                <a:lnTo>
                  <a:pt x="2328926" y="455930"/>
                </a:lnTo>
                <a:lnTo>
                  <a:pt x="2328926" y="448056"/>
                </a:lnTo>
                <a:close/>
                <a:moveTo>
                  <a:pt x="2335276" y="28829"/>
                </a:moveTo>
                <a:lnTo>
                  <a:pt x="2271776" y="28829"/>
                </a:lnTo>
                <a:lnTo>
                  <a:pt x="2271776" y="44704"/>
                </a:lnTo>
                <a:lnTo>
                  <a:pt x="2335276" y="44704"/>
                </a:lnTo>
                <a:lnTo>
                  <a:pt x="2335276" y="28829"/>
                </a:lnTo>
                <a:close/>
                <a:moveTo>
                  <a:pt x="2440051" y="447929"/>
                </a:moveTo>
                <a:lnTo>
                  <a:pt x="2376551" y="448056"/>
                </a:lnTo>
                <a:lnTo>
                  <a:pt x="2376551" y="463931"/>
                </a:lnTo>
                <a:lnTo>
                  <a:pt x="2440051" y="463931"/>
                </a:lnTo>
                <a:lnTo>
                  <a:pt x="2440051" y="447929"/>
                </a:lnTo>
                <a:close/>
                <a:moveTo>
                  <a:pt x="2446401" y="28829"/>
                </a:moveTo>
                <a:lnTo>
                  <a:pt x="2382901" y="28829"/>
                </a:lnTo>
                <a:lnTo>
                  <a:pt x="2382901" y="44704"/>
                </a:lnTo>
                <a:lnTo>
                  <a:pt x="2446401" y="44704"/>
                </a:lnTo>
                <a:lnTo>
                  <a:pt x="2446401" y="28829"/>
                </a:lnTo>
                <a:close/>
                <a:moveTo>
                  <a:pt x="2557526" y="28829"/>
                </a:moveTo>
                <a:lnTo>
                  <a:pt x="2494026" y="28829"/>
                </a:lnTo>
                <a:lnTo>
                  <a:pt x="2494026" y="44704"/>
                </a:lnTo>
                <a:lnTo>
                  <a:pt x="2557526" y="44704"/>
                </a:lnTo>
                <a:lnTo>
                  <a:pt x="2557526" y="28829"/>
                </a:lnTo>
                <a:close/>
                <a:moveTo>
                  <a:pt x="2579738" y="455942"/>
                </a:moveTo>
                <a:lnTo>
                  <a:pt x="2568016" y="449072"/>
                </a:lnTo>
                <a:lnTo>
                  <a:pt x="2566060" y="447929"/>
                </a:lnTo>
                <a:lnTo>
                  <a:pt x="2520442" y="421259"/>
                </a:lnTo>
                <a:lnTo>
                  <a:pt x="2516632" y="419100"/>
                </a:lnTo>
                <a:lnTo>
                  <a:pt x="2511806" y="420370"/>
                </a:lnTo>
                <a:lnTo>
                  <a:pt x="2509520" y="424180"/>
                </a:lnTo>
                <a:lnTo>
                  <a:pt x="2507361" y="427990"/>
                </a:lnTo>
                <a:lnTo>
                  <a:pt x="2508631" y="432816"/>
                </a:lnTo>
                <a:lnTo>
                  <a:pt x="2512441" y="434975"/>
                </a:lnTo>
                <a:lnTo>
                  <a:pt x="2534602" y="447929"/>
                </a:lnTo>
                <a:lnTo>
                  <a:pt x="2487676" y="447929"/>
                </a:lnTo>
                <a:lnTo>
                  <a:pt x="2487676" y="463931"/>
                </a:lnTo>
                <a:lnTo>
                  <a:pt x="2534615" y="463931"/>
                </a:lnTo>
                <a:lnTo>
                  <a:pt x="2548318" y="455942"/>
                </a:lnTo>
                <a:lnTo>
                  <a:pt x="2512441" y="476885"/>
                </a:lnTo>
                <a:lnTo>
                  <a:pt x="2508631" y="479044"/>
                </a:lnTo>
                <a:lnTo>
                  <a:pt x="2507361" y="483870"/>
                </a:lnTo>
                <a:lnTo>
                  <a:pt x="2509520" y="487680"/>
                </a:lnTo>
                <a:lnTo>
                  <a:pt x="2511806" y="491490"/>
                </a:lnTo>
                <a:lnTo>
                  <a:pt x="2516632" y="492760"/>
                </a:lnTo>
                <a:lnTo>
                  <a:pt x="2520442" y="490601"/>
                </a:lnTo>
                <a:lnTo>
                  <a:pt x="2566060" y="463931"/>
                </a:lnTo>
                <a:lnTo>
                  <a:pt x="2568016" y="462788"/>
                </a:lnTo>
                <a:lnTo>
                  <a:pt x="2579738" y="455942"/>
                </a:lnTo>
                <a:close/>
                <a:moveTo>
                  <a:pt x="2668651" y="28829"/>
                </a:moveTo>
                <a:lnTo>
                  <a:pt x="2605151" y="28829"/>
                </a:lnTo>
                <a:lnTo>
                  <a:pt x="2605151" y="44704"/>
                </a:lnTo>
                <a:lnTo>
                  <a:pt x="2668651" y="44704"/>
                </a:lnTo>
                <a:lnTo>
                  <a:pt x="2668651" y="28829"/>
                </a:lnTo>
                <a:close/>
                <a:moveTo>
                  <a:pt x="2779776" y="28829"/>
                </a:moveTo>
                <a:lnTo>
                  <a:pt x="2716276" y="28829"/>
                </a:lnTo>
                <a:lnTo>
                  <a:pt x="2716276" y="44704"/>
                </a:lnTo>
                <a:lnTo>
                  <a:pt x="2779776" y="44704"/>
                </a:lnTo>
                <a:lnTo>
                  <a:pt x="2779776" y="28829"/>
                </a:lnTo>
                <a:close/>
                <a:moveTo>
                  <a:pt x="2797175" y="297180"/>
                </a:moveTo>
                <a:lnTo>
                  <a:pt x="2781300" y="297180"/>
                </a:lnTo>
                <a:lnTo>
                  <a:pt x="2781300" y="360680"/>
                </a:lnTo>
                <a:lnTo>
                  <a:pt x="2797175" y="360680"/>
                </a:lnTo>
                <a:lnTo>
                  <a:pt x="2797175" y="297180"/>
                </a:lnTo>
                <a:close/>
                <a:moveTo>
                  <a:pt x="2797175" y="186055"/>
                </a:moveTo>
                <a:lnTo>
                  <a:pt x="2781300" y="186055"/>
                </a:lnTo>
                <a:lnTo>
                  <a:pt x="2781300" y="249555"/>
                </a:lnTo>
                <a:lnTo>
                  <a:pt x="2797175" y="249555"/>
                </a:lnTo>
                <a:lnTo>
                  <a:pt x="2797175" y="186055"/>
                </a:lnTo>
                <a:close/>
                <a:moveTo>
                  <a:pt x="2797175" y="74930"/>
                </a:moveTo>
                <a:lnTo>
                  <a:pt x="2781300" y="74930"/>
                </a:lnTo>
                <a:lnTo>
                  <a:pt x="2781300" y="138430"/>
                </a:lnTo>
                <a:lnTo>
                  <a:pt x="2797175" y="138430"/>
                </a:lnTo>
                <a:lnTo>
                  <a:pt x="2797175" y="74930"/>
                </a:lnTo>
                <a:close/>
                <a:moveTo>
                  <a:pt x="3071241" y="427990"/>
                </a:moveTo>
                <a:lnTo>
                  <a:pt x="3069082" y="424180"/>
                </a:lnTo>
                <a:lnTo>
                  <a:pt x="3066796" y="420370"/>
                </a:lnTo>
                <a:lnTo>
                  <a:pt x="3061970" y="419100"/>
                </a:lnTo>
                <a:lnTo>
                  <a:pt x="3058160" y="421259"/>
                </a:lnTo>
                <a:lnTo>
                  <a:pt x="2998851" y="455942"/>
                </a:lnTo>
                <a:lnTo>
                  <a:pt x="3058160" y="490601"/>
                </a:lnTo>
                <a:lnTo>
                  <a:pt x="3061970" y="492760"/>
                </a:lnTo>
                <a:lnTo>
                  <a:pt x="3066796" y="491490"/>
                </a:lnTo>
                <a:lnTo>
                  <a:pt x="3069082" y="487680"/>
                </a:lnTo>
                <a:lnTo>
                  <a:pt x="3071241" y="483870"/>
                </a:lnTo>
                <a:lnTo>
                  <a:pt x="3069971" y="479044"/>
                </a:lnTo>
                <a:lnTo>
                  <a:pt x="3066161" y="476885"/>
                </a:lnTo>
                <a:lnTo>
                  <a:pt x="3043758" y="463804"/>
                </a:lnTo>
                <a:lnTo>
                  <a:pt x="3042018" y="462788"/>
                </a:lnTo>
                <a:lnTo>
                  <a:pt x="3030270" y="455942"/>
                </a:lnTo>
                <a:lnTo>
                  <a:pt x="3042018" y="449072"/>
                </a:lnTo>
                <a:lnTo>
                  <a:pt x="3043974" y="447929"/>
                </a:lnTo>
                <a:lnTo>
                  <a:pt x="3066161" y="434975"/>
                </a:lnTo>
                <a:lnTo>
                  <a:pt x="3069971" y="432816"/>
                </a:lnTo>
                <a:lnTo>
                  <a:pt x="3071241" y="427990"/>
                </a:lnTo>
                <a:close/>
                <a:moveTo>
                  <a:pt x="3129026" y="447929"/>
                </a:moveTo>
                <a:lnTo>
                  <a:pt x="3065526" y="447929"/>
                </a:lnTo>
                <a:lnTo>
                  <a:pt x="3065526" y="463804"/>
                </a:lnTo>
                <a:lnTo>
                  <a:pt x="3129026" y="463804"/>
                </a:lnTo>
                <a:lnTo>
                  <a:pt x="3129026" y="447929"/>
                </a:lnTo>
                <a:close/>
                <a:moveTo>
                  <a:pt x="3240151" y="447929"/>
                </a:moveTo>
                <a:lnTo>
                  <a:pt x="3176651" y="447929"/>
                </a:lnTo>
                <a:lnTo>
                  <a:pt x="3176651" y="463804"/>
                </a:lnTo>
                <a:lnTo>
                  <a:pt x="3240151" y="463804"/>
                </a:lnTo>
                <a:lnTo>
                  <a:pt x="3240151" y="447929"/>
                </a:lnTo>
                <a:close/>
                <a:moveTo>
                  <a:pt x="3330575" y="754380"/>
                </a:moveTo>
                <a:lnTo>
                  <a:pt x="3314700" y="754380"/>
                </a:lnTo>
                <a:lnTo>
                  <a:pt x="3314700" y="817880"/>
                </a:lnTo>
                <a:lnTo>
                  <a:pt x="3330575" y="817880"/>
                </a:lnTo>
                <a:lnTo>
                  <a:pt x="3330575" y="754380"/>
                </a:lnTo>
                <a:close/>
                <a:moveTo>
                  <a:pt x="3330575" y="643255"/>
                </a:moveTo>
                <a:lnTo>
                  <a:pt x="3314700" y="643255"/>
                </a:lnTo>
                <a:lnTo>
                  <a:pt x="3314700" y="706755"/>
                </a:lnTo>
                <a:lnTo>
                  <a:pt x="3330575" y="706755"/>
                </a:lnTo>
                <a:lnTo>
                  <a:pt x="3330575" y="643255"/>
                </a:lnTo>
                <a:close/>
                <a:moveTo>
                  <a:pt x="3330575" y="532130"/>
                </a:moveTo>
                <a:lnTo>
                  <a:pt x="3314700" y="532130"/>
                </a:lnTo>
                <a:lnTo>
                  <a:pt x="3314700" y="595630"/>
                </a:lnTo>
                <a:lnTo>
                  <a:pt x="3330575" y="595630"/>
                </a:lnTo>
                <a:lnTo>
                  <a:pt x="3330575" y="532130"/>
                </a:lnTo>
                <a:close/>
                <a:moveTo>
                  <a:pt x="3330575" y="451485"/>
                </a:moveTo>
                <a:lnTo>
                  <a:pt x="3327146" y="447929"/>
                </a:lnTo>
                <a:lnTo>
                  <a:pt x="3287776" y="447929"/>
                </a:lnTo>
                <a:lnTo>
                  <a:pt x="3287776" y="463804"/>
                </a:lnTo>
                <a:lnTo>
                  <a:pt x="3314700" y="463804"/>
                </a:lnTo>
                <a:lnTo>
                  <a:pt x="3314700" y="484505"/>
                </a:lnTo>
                <a:lnTo>
                  <a:pt x="3330575" y="484505"/>
                </a:lnTo>
                <a:lnTo>
                  <a:pt x="3330575" y="463804"/>
                </a:lnTo>
                <a:lnTo>
                  <a:pt x="3330575" y="455930"/>
                </a:lnTo>
                <a:lnTo>
                  <a:pt x="3330575" y="451485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CustomShape 21"/>
          <p:cNvSpPr/>
          <p:nvPr/>
        </p:nvSpPr>
        <p:spPr>
          <a:xfrm>
            <a:off x="679680" y="233244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3" name="CustomShape 22"/>
          <p:cNvSpPr/>
          <p:nvPr/>
        </p:nvSpPr>
        <p:spPr>
          <a:xfrm>
            <a:off x="1594440" y="233244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4" name="CustomShape 23"/>
          <p:cNvSpPr/>
          <p:nvPr/>
        </p:nvSpPr>
        <p:spPr>
          <a:xfrm>
            <a:off x="1251720" y="188064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5" name="CustomShape 24"/>
          <p:cNvSpPr/>
          <p:nvPr/>
        </p:nvSpPr>
        <p:spPr>
          <a:xfrm>
            <a:off x="2242080" y="187524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6" name="CustomShape 25"/>
          <p:cNvSpPr/>
          <p:nvPr/>
        </p:nvSpPr>
        <p:spPr>
          <a:xfrm>
            <a:off x="2966400" y="187524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7" name="CustomShape 26"/>
          <p:cNvSpPr/>
          <p:nvPr/>
        </p:nvSpPr>
        <p:spPr>
          <a:xfrm>
            <a:off x="3881160" y="187524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8" name="CustomShape 27"/>
          <p:cNvSpPr/>
          <p:nvPr/>
        </p:nvSpPr>
        <p:spPr>
          <a:xfrm>
            <a:off x="261720" y="968040"/>
            <a:ext cx="3645720" cy="911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40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...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mas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como</a:t>
            </a:r>
            <a:r>
              <a:rPr b="0" lang="pt-BR" sz="1300" spc="-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se verifica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na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imagem,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elegância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não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significa</a:t>
            </a:r>
            <a:r>
              <a:rPr b="0" lang="pt-BR" sz="1300" spc="12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eficiência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57356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2</a:t>
            </a:r>
            <a:r>
              <a:rPr b="1" lang="pt-BR" sz="9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	</a:t>
            </a: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69" name="CustomShape 28"/>
          <p:cNvSpPr/>
          <p:nvPr/>
        </p:nvSpPr>
        <p:spPr>
          <a:xfrm>
            <a:off x="380880" y="1828800"/>
            <a:ext cx="3885840" cy="1409400"/>
          </a:xfrm>
          <a:custGeom>
            <a:avLst/>
            <a:gdLst/>
            <a:ahLst/>
            <a:rect l="l" t="t" r="r" b="b"/>
            <a:pathLst>
              <a:path w="3886200" h="1409700">
                <a:moveTo>
                  <a:pt x="0" y="615950"/>
                </a:moveTo>
                <a:lnTo>
                  <a:pt x="8097" y="565790"/>
                </a:lnTo>
                <a:lnTo>
                  <a:pt x="30642" y="522213"/>
                </a:lnTo>
                <a:lnTo>
                  <a:pt x="65013" y="487842"/>
                </a:lnTo>
                <a:lnTo>
                  <a:pt x="108590" y="465297"/>
                </a:lnTo>
                <a:lnTo>
                  <a:pt x="158750" y="457200"/>
                </a:lnTo>
                <a:lnTo>
                  <a:pt x="1441450" y="457200"/>
                </a:lnTo>
                <a:lnTo>
                  <a:pt x="1491609" y="465297"/>
                </a:lnTo>
                <a:lnTo>
                  <a:pt x="1535186" y="487842"/>
                </a:lnTo>
                <a:lnTo>
                  <a:pt x="1569557" y="522213"/>
                </a:lnTo>
                <a:lnTo>
                  <a:pt x="1592102" y="565790"/>
                </a:lnTo>
                <a:lnTo>
                  <a:pt x="1600200" y="615950"/>
                </a:lnTo>
                <a:lnTo>
                  <a:pt x="1600200" y="1250950"/>
                </a:lnTo>
                <a:lnTo>
                  <a:pt x="1592102" y="1301124"/>
                </a:lnTo>
                <a:lnTo>
                  <a:pt x="1569557" y="1344702"/>
                </a:lnTo>
                <a:lnTo>
                  <a:pt x="1535186" y="1379068"/>
                </a:lnTo>
                <a:lnTo>
                  <a:pt x="1491609" y="1401606"/>
                </a:lnTo>
                <a:lnTo>
                  <a:pt x="1441450" y="1409700"/>
                </a:lnTo>
                <a:lnTo>
                  <a:pt x="158750" y="1409700"/>
                </a:lnTo>
                <a:lnTo>
                  <a:pt x="108590" y="1401606"/>
                </a:lnTo>
                <a:lnTo>
                  <a:pt x="65013" y="1379068"/>
                </a:lnTo>
                <a:lnTo>
                  <a:pt x="30642" y="1344702"/>
                </a:lnTo>
                <a:lnTo>
                  <a:pt x="8097" y="1301124"/>
                </a:lnTo>
                <a:lnTo>
                  <a:pt x="0" y="1250950"/>
                </a:lnTo>
                <a:lnTo>
                  <a:pt x="0" y="615950"/>
                </a:lnTo>
                <a:close/>
                <a:moveTo>
                  <a:pt x="2286000" y="158750"/>
                </a:moveTo>
                <a:lnTo>
                  <a:pt x="2294097" y="108590"/>
                </a:lnTo>
                <a:lnTo>
                  <a:pt x="2316642" y="65013"/>
                </a:lnTo>
                <a:lnTo>
                  <a:pt x="2351013" y="30642"/>
                </a:lnTo>
                <a:lnTo>
                  <a:pt x="2394590" y="8097"/>
                </a:lnTo>
                <a:lnTo>
                  <a:pt x="2444750" y="0"/>
                </a:lnTo>
                <a:lnTo>
                  <a:pt x="3727450" y="0"/>
                </a:lnTo>
                <a:lnTo>
                  <a:pt x="3777609" y="8097"/>
                </a:lnTo>
                <a:lnTo>
                  <a:pt x="3821186" y="30642"/>
                </a:lnTo>
                <a:lnTo>
                  <a:pt x="3855557" y="65013"/>
                </a:lnTo>
                <a:lnTo>
                  <a:pt x="3878102" y="108590"/>
                </a:lnTo>
                <a:lnTo>
                  <a:pt x="3886200" y="158750"/>
                </a:lnTo>
                <a:lnTo>
                  <a:pt x="3886200" y="793750"/>
                </a:lnTo>
                <a:lnTo>
                  <a:pt x="3878102" y="843909"/>
                </a:lnTo>
                <a:lnTo>
                  <a:pt x="3855557" y="887486"/>
                </a:lnTo>
                <a:lnTo>
                  <a:pt x="3821186" y="921857"/>
                </a:lnTo>
                <a:lnTo>
                  <a:pt x="3777609" y="944402"/>
                </a:lnTo>
                <a:lnTo>
                  <a:pt x="3727450" y="952500"/>
                </a:lnTo>
                <a:lnTo>
                  <a:pt x="2444750" y="952500"/>
                </a:lnTo>
                <a:lnTo>
                  <a:pt x="2394590" y="944402"/>
                </a:lnTo>
                <a:lnTo>
                  <a:pt x="2351013" y="921857"/>
                </a:lnTo>
                <a:lnTo>
                  <a:pt x="2316642" y="887486"/>
                </a:lnTo>
                <a:lnTo>
                  <a:pt x="2294097" y="843909"/>
                </a:lnTo>
                <a:lnTo>
                  <a:pt x="2286000" y="793750"/>
                </a:lnTo>
                <a:lnTo>
                  <a:pt x="2286000" y="158750"/>
                </a:lnTo>
                <a:close/>
              </a:path>
            </a:pathLst>
          </a:custGeom>
          <a:noFill/>
          <a:ln cap="rnd" w="28440">
            <a:solidFill>
              <a:srgbClr val="00ff00"/>
            </a:solidFill>
            <a:custDash>
              <a:ds d="300000" sp="100000"/>
            </a:custDash>
            <a:round/>
          </a:ln>
        </p:spPr>
        <p:style>
          <a:lnRef idx="0"/>
          <a:fillRef idx="0"/>
          <a:effectRef idx="0"/>
          <a:fontRef idx="minor"/>
        </p:style>
      </p:sp>
    </p:spTree>
  </p:cSld>
  <p:timing>
    <p:tnLst>
      <p:par>
        <p:cTn id="67" dur="indefinite" restart="never" nodeType="tmRoot">
          <p:childTnLst>
            <p:seq>
              <p:cTn id="68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271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272" name="TextShape 1"/>
          <p:cNvSpPr txBox="1"/>
          <p:nvPr/>
        </p:nvSpPr>
        <p:spPr>
          <a:xfrm>
            <a:off x="216000" y="510120"/>
            <a:ext cx="123840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Fibonacci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338040" y="799920"/>
            <a:ext cx="2004480" cy="210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5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Aumentando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para</a:t>
            </a:r>
            <a:r>
              <a:rPr b="0" lang="pt-BR" sz="13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1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fibo(5)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74" name="CustomShape 3"/>
          <p:cNvSpPr/>
          <p:nvPr/>
        </p:nvSpPr>
        <p:spPr>
          <a:xfrm>
            <a:off x="1527840" y="1751040"/>
            <a:ext cx="343800" cy="115920"/>
          </a:xfrm>
          <a:custGeom>
            <a:avLst/>
            <a:gdLst/>
            <a:ahLst/>
            <a:rect l="l" t="t" r="r" b="b"/>
            <a:pathLst>
              <a:path w="344169" h="116205">
                <a:moveTo>
                  <a:pt x="343687" y="0"/>
                </a:moveTo>
                <a:lnTo>
                  <a:pt x="0" y="0"/>
                </a:lnTo>
                <a:lnTo>
                  <a:pt x="0" y="115887"/>
                </a:lnTo>
                <a:lnTo>
                  <a:pt x="343687" y="115887"/>
                </a:lnTo>
                <a:lnTo>
                  <a:pt x="343687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CustomShape 4"/>
          <p:cNvSpPr/>
          <p:nvPr/>
        </p:nvSpPr>
        <p:spPr>
          <a:xfrm>
            <a:off x="1527840" y="1751040"/>
            <a:ext cx="343800" cy="115920"/>
          </a:xfrm>
          <a:custGeom>
            <a:avLst/>
            <a:gdLst/>
            <a:ahLst/>
            <a:rect l="l" t="t" r="r" b="b"/>
            <a:pathLst>
              <a:path w="344169" h="116205">
                <a:moveTo>
                  <a:pt x="0" y="115887"/>
                </a:moveTo>
                <a:lnTo>
                  <a:pt x="343687" y="115887"/>
                </a:lnTo>
                <a:lnTo>
                  <a:pt x="343687" y="0"/>
                </a:lnTo>
                <a:lnTo>
                  <a:pt x="0" y="0"/>
                </a:lnTo>
                <a:lnTo>
                  <a:pt x="0" y="11588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6" name="CustomShape 5"/>
          <p:cNvSpPr/>
          <p:nvPr/>
        </p:nvSpPr>
        <p:spPr>
          <a:xfrm>
            <a:off x="1534320" y="1746360"/>
            <a:ext cx="331200" cy="10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4320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fibo(4)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77" name="CustomShape 6"/>
          <p:cNvSpPr/>
          <p:nvPr/>
        </p:nvSpPr>
        <p:spPr>
          <a:xfrm>
            <a:off x="861120" y="2170080"/>
            <a:ext cx="343800" cy="115920"/>
          </a:xfrm>
          <a:custGeom>
            <a:avLst/>
            <a:gdLst/>
            <a:ahLst/>
            <a:rect l="l" t="t" r="r" b="b"/>
            <a:pathLst>
              <a:path w="344169" h="116205">
                <a:moveTo>
                  <a:pt x="343687" y="0"/>
                </a:moveTo>
                <a:lnTo>
                  <a:pt x="0" y="0"/>
                </a:lnTo>
                <a:lnTo>
                  <a:pt x="0" y="115887"/>
                </a:lnTo>
                <a:lnTo>
                  <a:pt x="343687" y="115887"/>
                </a:lnTo>
                <a:lnTo>
                  <a:pt x="343687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8" name="CustomShape 7"/>
          <p:cNvSpPr/>
          <p:nvPr/>
        </p:nvSpPr>
        <p:spPr>
          <a:xfrm>
            <a:off x="861120" y="2170080"/>
            <a:ext cx="343800" cy="115920"/>
          </a:xfrm>
          <a:custGeom>
            <a:avLst/>
            <a:gdLst/>
            <a:ahLst/>
            <a:rect l="l" t="t" r="r" b="b"/>
            <a:pathLst>
              <a:path w="344169" h="116205">
                <a:moveTo>
                  <a:pt x="0" y="115887"/>
                </a:moveTo>
                <a:lnTo>
                  <a:pt x="343687" y="115887"/>
                </a:lnTo>
                <a:lnTo>
                  <a:pt x="343687" y="0"/>
                </a:lnTo>
                <a:lnTo>
                  <a:pt x="0" y="0"/>
                </a:lnTo>
                <a:lnTo>
                  <a:pt x="0" y="11588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CustomShape 8"/>
          <p:cNvSpPr/>
          <p:nvPr/>
        </p:nvSpPr>
        <p:spPr>
          <a:xfrm>
            <a:off x="867600" y="2165760"/>
            <a:ext cx="331200" cy="10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4572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fibo(3)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0" name="CustomShape 9"/>
          <p:cNvSpPr/>
          <p:nvPr/>
        </p:nvSpPr>
        <p:spPr>
          <a:xfrm>
            <a:off x="2176560" y="217008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342900" y="0"/>
                </a:moveTo>
                <a:lnTo>
                  <a:pt x="0" y="0"/>
                </a:lnTo>
                <a:lnTo>
                  <a:pt x="0" y="115887"/>
                </a:lnTo>
                <a:lnTo>
                  <a:pt x="342900" y="115887"/>
                </a:lnTo>
                <a:lnTo>
                  <a:pt x="3429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CustomShape 10"/>
          <p:cNvSpPr/>
          <p:nvPr/>
        </p:nvSpPr>
        <p:spPr>
          <a:xfrm>
            <a:off x="2176560" y="217008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0" y="115887"/>
                </a:moveTo>
                <a:lnTo>
                  <a:pt x="342900" y="115887"/>
                </a:lnTo>
                <a:lnTo>
                  <a:pt x="342900" y="0"/>
                </a:lnTo>
                <a:lnTo>
                  <a:pt x="0" y="0"/>
                </a:lnTo>
                <a:lnTo>
                  <a:pt x="0" y="11588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CustomShape 11"/>
          <p:cNvSpPr/>
          <p:nvPr/>
        </p:nvSpPr>
        <p:spPr>
          <a:xfrm>
            <a:off x="2182680" y="2165760"/>
            <a:ext cx="329760" cy="10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4500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fibo(2)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3" name="CustomShape 12"/>
          <p:cNvSpPr/>
          <p:nvPr/>
        </p:nvSpPr>
        <p:spPr>
          <a:xfrm>
            <a:off x="457200" y="2627280"/>
            <a:ext cx="343800" cy="115920"/>
          </a:xfrm>
          <a:custGeom>
            <a:avLst/>
            <a:gdLst/>
            <a:ahLst/>
            <a:rect l="l" t="t" r="r" b="b"/>
            <a:pathLst>
              <a:path w="344170" h="116205">
                <a:moveTo>
                  <a:pt x="343700" y="0"/>
                </a:moveTo>
                <a:lnTo>
                  <a:pt x="0" y="0"/>
                </a:lnTo>
                <a:lnTo>
                  <a:pt x="0" y="115887"/>
                </a:lnTo>
                <a:lnTo>
                  <a:pt x="343700" y="115887"/>
                </a:lnTo>
                <a:lnTo>
                  <a:pt x="3437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CustomShape 13"/>
          <p:cNvSpPr/>
          <p:nvPr/>
        </p:nvSpPr>
        <p:spPr>
          <a:xfrm>
            <a:off x="457200" y="2627280"/>
            <a:ext cx="343800" cy="115920"/>
          </a:xfrm>
          <a:custGeom>
            <a:avLst/>
            <a:gdLst/>
            <a:ahLst/>
            <a:rect l="l" t="t" r="r" b="b"/>
            <a:pathLst>
              <a:path w="344170" h="116205">
                <a:moveTo>
                  <a:pt x="0" y="115887"/>
                </a:moveTo>
                <a:lnTo>
                  <a:pt x="343700" y="115887"/>
                </a:lnTo>
                <a:lnTo>
                  <a:pt x="343700" y="0"/>
                </a:lnTo>
                <a:lnTo>
                  <a:pt x="0" y="0"/>
                </a:lnTo>
                <a:lnTo>
                  <a:pt x="0" y="11588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5" name="CustomShape 14"/>
          <p:cNvSpPr/>
          <p:nvPr/>
        </p:nvSpPr>
        <p:spPr>
          <a:xfrm>
            <a:off x="463680" y="2622960"/>
            <a:ext cx="331200" cy="10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4428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fibo(2)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6" name="CustomShape 15"/>
          <p:cNvSpPr/>
          <p:nvPr/>
        </p:nvSpPr>
        <p:spPr>
          <a:xfrm>
            <a:off x="1280160" y="2627280"/>
            <a:ext cx="34380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5508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6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7" name="CustomShape 16"/>
          <p:cNvSpPr/>
          <p:nvPr/>
        </p:nvSpPr>
        <p:spPr>
          <a:xfrm>
            <a:off x="76320" y="3084480"/>
            <a:ext cx="34272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5508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6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8" name="CustomShape 17"/>
          <p:cNvSpPr/>
          <p:nvPr/>
        </p:nvSpPr>
        <p:spPr>
          <a:xfrm>
            <a:off x="800280" y="3084480"/>
            <a:ext cx="34380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4752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fibo(0)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9" name="CustomShape 18"/>
          <p:cNvSpPr/>
          <p:nvPr/>
        </p:nvSpPr>
        <p:spPr>
          <a:xfrm>
            <a:off x="1832760" y="2627280"/>
            <a:ext cx="34380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5508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6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0" name="CustomShape 19"/>
          <p:cNvSpPr/>
          <p:nvPr/>
        </p:nvSpPr>
        <p:spPr>
          <a:xfrm>
            <a:off x="2557440" y="2627280"/>
            <a:ext cx="34272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4824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fibo(0)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1" name="CustomShape 20"/>
          <p:cNvSpPr/>
          <p:nvPr/>
        </p:nvSpPr>
        <p:spPr>
          <a:xfrm>
            <a:off x="247680" y="1859760"/>
            <a:ext cx="2481120" cy="1224720"/>
          </a:xfrm>
          <a:custGeom>
            <a:avLst/>
            <a:gdLst/>
            <a:ahLst/>
            <a:rect l="l" t="t" r="r" b="b"/>
            <a:pathLst>
              <a:path w="2481580" h="1224914">
                <a:moveTo>
                  <a:pt x="724662" y="1224915"/>
                </a:moveTo>
                <a:lnTo>
                  <a:pt x="723176" y="1219327"/>
                </a:lnTo>
                <a:lnTo>
                  <a:pt x="706945" y="1158240"/>
                </a:lnTo>
                <a:lnTo>
                  <a:pt x="705993" y="1154176"/>
                </a:lnTo>
                <a:lnTo>
                  <a:pt x="701548" y="1151636"/>
                </a:lnTo>
                <a:lnTo>
                  <a:pt x="693166" y="1153922"/>
                </a:lnTo>
                <a:lnTo>
                  <a:pt x="690626" y="1158240"/>
                </a:lnTo>
                <a:lnTo>
                  <a:pt x="698347" y="1187411"/>
                </a:lnTo>
                <a:lnTo>
                  <a:pt x="387350" y="877951"/>
                </a:lnTo>
                <a:lnTo>
                  <a:pt x="381787" y="883513"/>
                </a:lnTo>
                <a:lnTo>
                  <a:pt x="376555" y="877570"/>
                </a:lnTo>
                <a:lnTo>
                  <a:pt x="28270" y="1188923"/>
                </a:lnTo>
                <a:lnTo>
                  <a:pt x="36195" y="1164336"/>
                </a:lnTo>
                <a:lnTo>
                  <a:pt x="37592" y="1160145"/>
                </a:lnTo>
                <a:lnTo>
                  <a:pt x="35306" y="1155700"/>
                </a:lnTo>
                <a:lnTo>
                  <a:pt x="31115" y="1154430"/>
                </a:lnTo>
                <a:lnTo>
                  <a:pt x="26924" y="1153033"/>
                </a:lnTo>
                <a:lnTo>
                  <a:pt x="22479" y="1155319"/>
                </a:lnTo>
                <a:lnTo>
                  <a:pt x="21209" y="1159510"/>
                </a:lnTo>
                <a:lnTo>
                  <a:pt x="0" y="1224915"/>
                </a:lnTo>
                <a:lnTo>
                  <a:pt x="22225" y="1220343"/>
                </a:lnTo>
                <a:lnTo>
                  <a:pt x="71628" y="1210183"/>
                </a:lnTo>
                <a:lnTo>
                  <a:pt x="74422" y="1205992"/>
                </a:lnTo>
                <a:lnTo>
                  <a:pt x="73533" y="1201801"/>
                </a:lnTo>
                <a:lnTo>
                  <a:pt x="72644" y="1197483"/>
                </a:lnTo>
                <a:lnTo>
                  <a:pt x="68453" y="1194689"/>
                </a:lnTo>
                <a:lnTo>
                  <a:pt x="38950" y="1200734"/>
                </a:lnTo>
                <a:lnTo>
                  <a:pt x="381533" y="894473"/>
                </a:lnTo>
                <a:lnTo>
                  <a:pt x="687158" y="1198702"/>
                </a:lnTo>
                <a:lnTo>
                  <a:pt x="662178" y="1192149"/>
                </a:lnTo>
                <a:lnTo>
                  <a:pt x="657987" y="1191006"/>
                </a:lnTo>
                <a:lnTo>
                  <a:pt x="653669" y="1193673"/>
                </a:lnTo>
                <a:lnTo>
                  <a:pt x="651383" y="1202055"/>
                </a:lnTo>
                <a:lnTo>
                  <a:pt x="653923" y="1206373"/>
                </a:lnTo>
                <a:lnTo>
                  <a:pt x="724662" y="1224915"/>
                </a:lnTo>
                <a:close/>
                <a:moveTo>
                  <a:pt x="1204087" y="767715"/>
                </a:moveTo>
                <a:lnTo>
                  <a:pt x="1202651" y="763905"/>
                </a:lnTo>
                <a:lnTo>
                  <a:pt x="1178433" y="699262"/>
                </a:lnTo>
                <a:lnTo>
                  <a:pt x="1173861" y="697103"/>
                </a:lnTo>
                <a:lnTo>
                  <a:pt x="1169797" y="698627"/>
                </a:lnTo>
                <a:lnTo>
                  <a:pt x="1165606" y="700278"/>
                </a:lnTo>
                <a:lnTo>
                  <a:pt x="1163574" y="704850"/>
                </a:lnTo>
                <a:lnTo>
                  <a:pt x="1174178" y="733044"/>
                </a:lnTo>
                <a:lnTo>
                  <a:pt x="790067" y="420243"/>
                </a:lnTo>
                <a:lnTo>
                  <a:pt x="785050" y="426339"/>
                </a:lnTo>
                <a:lnTo>
                  <a:pt x="779907" y="420243"/>
                </a:lnTo>
                <a:lnTo>
                  <a:pt x="411137" y="732409"/>
                </a:lnTo>
                <a:lnTo>
                  <a:pt x="419735" y="708152"/>
                </a:lnTo>
                <a:lnTo>
                  <a:pt x="421132" y="704088"/>
                </a:lnTo>
                <a:lnTo>
                  <a:pt x="418973" y="699516"/>
                </a:lnTo>
                <a:lnTo>
                  <a:pt x="414782" y="697992"/>
                </a:lnTo>
                <a:lnTo>
                  <a:pt x="410718" y="696595"/>
                </a:lnTo>
                <a:lnTo>
                  <a:pt x="406146" y="698754"/>
                </a:lnTo>
                <a:lnTo>
                  <a:pt x="404749" y="702818"/>
                </a:lnTo>
                <a:lnTo>
                  <a:pt x="381762" y="767715"/>
                </a:lnTo>
                <a:lnTo>
                  <a:pt x="405523" y="763524"/>
                </a:lnTo>
                <a:lnTo>
                  <a:pt x="453771" y="755015"/>
                </a:lnTo>
                <a:lnTo>
                  <a:pt x="456692" y="750824"/>
                </a:lnTo>
                <a:lnTo>
                  <a:pt x="455168" y="742188"/>
                </a:lnTo>
                <a:lnTo>
                  <a:pt x="450977" y="739394"/>
                </a:lnTo>
                <a:lnTo>
                  <a:pt x="421246" y="744626"/>
                </a:lnTo>
                <a:lnTo>
                  <a:pt x="785202" y="436664"/>
                </a:lnTo>
                <a:lnTo>
                  <a:pt x="1164145" y="745337"/>
                </a:lnTo>
                <a:lnTo>
                  <a:pt x="1138682" y="741299"/>
                </a:lnTo>
                <a:lnTo>
                  <a:pt x="1134364" y="740664"/>
                </a:lnTo>
                <a:lnTo>
                  <a:pt x="1130300" y="743585"/>
                </a:lnTo>
                <a:lnTo>
                  <a:pt x="1129665" y="747903"/>
                </a:lnTo>
                <a:lnTo>
                  <a:pt x="1128903" y="752348"/>
                </a:lnTo>
                <a:lnTo>
                  <a:pt x="1131951" y="756412"/>
                </a:lnTo>
                <a:lnTo>
                  <a:pt x="1136269" y="757047"/>
                </a:lnTo>
                <a:lnTo>
                  <a:pt x="1204087" y="767715"/>
                </a:lnTo>
                <a:close/>
                <a:moveTo>
                  <a:pt x="2100326" y="310515"/>
                </a:moveTo>
                <a:lnTo>
                  <a:pt x="2061210" y="253873"/>
                </a:lnTo>
                <a:lnTo>
                  <a:pt x="2058670" y="250317"/>
                </a:lnTo>
                <a:lnTo>
                  <a:pt x="2053717" y="249428"/>
                </a:lnTo>
                <a:lnTo>
                  <a:pt x="2050161" y="251968"/>
                </a:lnTo>
                <a:lnTo>
                  <a:pt x="2046605" y="254381"/>
                </a:lnTo>
                <a:lnTo>
                  <a:pt x="2045589" y="259334"/>
                </a:lnTo>
                <a:lnTo>
                  <a:pt x="2048129" y="262890"/>
                </a:lnTo>
                <a:lnTo>
                  <a:pt x="2062734" y="284073"/>
                </a:lnTo>
                <a:lnTo>
                  <a:pt x="1455928" y="0"/>
                </a:lnTo>
                <a:lnTo>
                  <a:pt x="1452562" y="7239"/>
                </a:lnTo>
                <a:lnTo>
                  <a:pt x="1449324" y="0"/>
                </a:lnTo>
                <a:lnTo>
                  <a:pt x="822807" y="284518"/>
                </a:lnTo>
                <a:lnTo>
                  <a:pt x="837692" y="263525"/>
                </a:lnTo>
                <a:lnTo>
                  <a:pt x="840232" y="259969"/>
                </a:lnTo>
                <a:lnTo>
                  <a:pt x="839343" y="255016"/>
                </a:lnTo>
                <a:lnTo>
                  <a:pt x="832231" y="249936"/>
                </a:lnTo>
                <a:lnTo>
                  <a:pt x="827278" y="250825"/>
                </a:lnTo>
                <a:lnTo>
                  <a:pt x="824738" y="254381"/>
                </a:lnTo>
                <a:lnTo>
                  <a:pt x="784987" y="310515"/>
                </a:lnTo>
                <a:lnTo>
                  <a:pt x="853313" y="317500"/>
                </a:lnTo>
                <a:lnTo>
                  <a:pt x="857758" y="317881"/>
                </a:lnTo>
                <a:lnTo>
                  <a:pt x="861568" y="314706"/>
                </a:lnTo>
                <a:lnTo>
                  <a:pt x="861974" y="311150"/>
                </a:lnTo>
                <a:lnTo>
                  <a:pt x="862584" y="305943"/>
                </a:lnTo>
                <a:lnTo>
                  <a:pt x="859409" y="302133"/>
                </a:lnTo>
                <a:lnTo>
                  <a:pt x="854964" y="301625"/>
                </a:lnTo>
                <a:lnTo>
                  <a:pt x="829348" y="299021"/>
                </a:lnTo>
                <a:lnTo>
                  <a:pt x="1452448" y="16002"/>
                </a:lnTo>
                <a:lnTo>
                  <a:pt x="2056015" y="298551"/>
                </a:lnTo>
                <a:lnTo>
                  <a:pt x="2026031" y="301244"/>
                </a:lnTo>
                <a:lnTo>
                  <a:pt x="2022856" y="305054"/>
                </a:lnTo>
                <a:lnTo>
                  <a:pt x="2023618" y="313817"/>
                </a:lnTo>
                <a:lnTo>
                  <a:pt x="2027428" y="317119"/>
                </a:lnTo>
                <a:lnTo>
                  <a:pt x="2031873" y="316611"/>
                </a:lnTo>
                <a:lnTo>
                  <a:pt x="2094611" y="311023"/>
                </a:lnTo>
                <a:lnTo>
                  <a:pt x="2100326" y="310515"/>
                </a:lnTo>
                <a:close/>
                <a:moveTo>
                  <a:pt x="2481326" y="767715"/>
                </a:moveTo>
                <a:lnTo>
                  <a:pt x="2479802" y="763016"/>
                </a:lnTo>
                <a:lnTo>
                  <a:pt x="2460117" y="702310"/>
                </a:lnTo>
                <a:lnTo>
                  <a:pt x="2458847" y="698119"/>
                </a:lnTo>
                <a:lnTo>
                  <a:pt x="2454402" y="695833"/>
                </a:lnTo>
                <a:lnTo>
                  <a:pt x="2450211" y="697103"/>
                </a:lnTo>
                <a:lnTo>
                  <a:pt x="2446020" y="698500"/>
                </a:lnTo>
                <a:lnTo>
                  <a:pt x="2443734" y="702945"/>
                </a:lnTo>
                <a:lnTo>
                  <a:pt x="2445004" y="707136"/>
                </a:lnTo>
                <a:lnTo>
                  <a:pt x="2452928" y="731583"/>
                </a:lnTo>
                <a:lnTo>
                  <a:pt x="2105533" y="420370"/>
                </a:lnTo>
                <a:lnTo>
                  <a:pt x="2100262" y="426339"/>
                </a:lnTo>
                <a:lnTo>
                  <a:pt x="2094611" y="420751"/>
                </a:lnTo>
                <a:lnTo>
                  <a:pt x="1783727" y="730199"/>
                </a:lnTo>
                <a:lnTo>
                  <a:pt x="1791462" y="701040"/>
                </a:lnTo>
                <a:lnTo>
                  <a:pt x="1788922" y="696722"/>
                </a:lnTo>
                <a:lnTo>
                  <a:pt x="1780413" y="694436"/>
                </a:lnTo>
                <a:lnTo>
                  <a:pt x="1776095" y="696976"/>
                </a:lnTo>
                <a:lnTo>
                  <a:pt x="1757299" y="767715"/>
                </a:lnTo>
                <a:lnTo>
                  <a:pt x="1778660" y="762127"/>
                </a:lnTo>
                <a:lnTo>
                  <a:pt x="1823847" y="750316"/>
                </a:lnTo>
                <a:lnTo>
                  <a:pt x="1828038" y="749173"/>
                </a:lnTo>
                <a:lnTo>
                  <a:pt x="1830578" y="744855"/>
                </a:lnTo>
                <a:lnTo>
                  <a:pt x="1829562" y="740664"/>
                </a:lnTo>
                <a:lnTo>
                  <a:pt x="1828419" y="736473"/>
                </a:lnTo>
                <a:lnTo>
                  <a:pt x="1824101" y="733806"/>
                </a:lnTo>
                <a:lnTo>
                  <a:pt x="1819910" y="734949"/>
                </a:lnTo>
                <a:lnTo>
                  <a:pt x="1794776" y="741527"/>
                </a:lnTo>
                <a:lnTo>
                  <a:pt x="2100529" y="437286"/>
                </a:lnTo>
                <a:lnTo>
                  <a:pt x="2442502" y="743496"/>
                </a:lnTo>
                <a:lnTo>
                  <a:pt x="2412873" y="737362"/>
                </a:lnTo>
                <a:lnTo>
                  <a:pt x="2408682" y="740156"/>
                </a:lnTo>
                <a:lnTo>
                  <a:pt x="2406904" y="748792"/>
                </a:lnTo>
                <a:lnTo>
                  <a:pt x="2409698" y="752983"/>
                </a:lnTo>
                <a:lnTo>
                  <a:pt x="2481326" y="76771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2" name="CustomShape 21"/>
          <p:cNvSpPr/>
          <p:nvPr/>
        </p:nvSpPr>
        <p:spPr>
          <a:xfrm>
            <a:off x="239760" y="1772280"/>
            <a:ext cx="2496960" cy="1312200"/>
          </a:xfrm>
          <a:custGeom>
            <a:avLst/>
            <a:gdLst/>
            <a:ahLst/>
            <a:rect l="l" t="t" r="r" b="b"/>
            <a:pathLst>
              <a:path w="2497455" h="1312545">
                <a:moveTo>
                  <a:pt x="15875" y="1248905"/>
                </a:moveTo>
                <a:lnTo>
                  <a:pt x="0" y="1248905"/>
                </a:lnTo>
                <a:lnTo>
                  <a:pt x="0" y="1312405"/>
                </a:lnTo>
                <a:lnTo>
                  <a:pt x="15875" y="1312405"/>
                </a:lnTo>
                <a:lnTo>
                  <a:pt x="15875" y="1248905"/>
                </a:lnTo>
                <a:close/>
                <a:moveTo>
                  <a:pt x="15875" y="1137780"/>
                </a:moveTo>
                <a:lnTo>
                  <a:pt x="0" y="1137780"/>
                </a:lnTo>
                <a:lnTo>
                  <a:pt x="0" y="1201280"/>
                </a:lnTo>
                <a:lnTo>
                  <a:pt x="15875" y="1201280"/>
                </a:lnTo>
                <a:lnTo>
                  <a:pt x="15875" y="1137780"/>
                </a:lnTo>
                <a:close/>
                <a:moveTo>
                  <a:pt x="15875" y="1026655"/>
                </a:moveTo>
                <a:lnTo>
                  <a:pt x="0" y="1026655"/>
                </a:lnTo>
                <a:lnTo>
                  <a:pt x="0" y="1090155"/>
                </a:lnTo>
                <a:lnTo>
                  <a:pt x="15875" y="1090155"/>
                </a:lnTo>
                <a:lnTo>
                  <a:pt x="15875" y="1026655"/>
                </a:lnTo>
                <a:close/>
                <a:moveTo>
                  <a:pt x="15875" y="915530"/>
                </a:moveTo>
                <a:lnTo>
                  <a:pt x="0" y="915530"/>
                </a:lnTo>
                <a:lnTo>
                  <a:pt x="0" y="979030"/>
                </a:lnTo>
                <a:lnTo>
                  <a:pt x="15875" y="979030"/>
                </a:lnTo>
                <a:lnTo>
                  <a:pt x="15875" y="915530"/>
                </a:lnTo>
                <a:close/>
                <a:moveTo>
                  <a:pt x="116713" y="905116"/>
                </a:moveTo>
                <a:lnTo>
                  <a:pt x="53213" y="905116"/>
                </a:lnTo>
                <a:lnTo>
                  <a:pt x="53213" y="920991"/>
                </a:lnTo>
                <a:lnTo>
                  <a:pt x="116713" y="920991"/>
                </a:lnTo>
                <a:lnTo>
                  <a:pt x="116713" y="905116"/>
                </a:lnTo>
                <a:close/>
                <a:moveTo>
                  <a:pt x="217538" y="913130"/>
                </a:moveTo>
                <a:lnTo>
                  <a:pt x="203860" y="905116"/>
                </a:lnTo>
                <a:lnTo>
                  <a:pt x="158242" y="878446"/>
                </a:lnTo>
                <a:lnTo>
                  <a:pt x="154432" y="876287"/>
                </a:lnTo>
                <a:lnTo>
                  <a:pt x="149606" y="877557"/>
                </a:lnTo>
                <a:lnTo>
                  <a:pt x="147320" y="881367"/>
                </a:lnTo>
                <a:lnTo>
                  <a:pt x="145161" y="885050"/>
                </a:lnTo>
                <a:lnTo>
                  <a:pt x="146431" y="890003"/>
                </a:lnTo>
                <a:lnTo>
                  <a:pt x="150241" y="892162"/>
                </a:lnTo>
                <a:lnTo>
                  <a:pt x="172402" y="905116"/>
                </a:lnTo>
                <a:lnTo>
                  <a:pt x="164338" y="905116"/>
                </a:lnTo>
                <a:lnTo>
                  <a:pt x="164338" y="920991"/>
                </a:lnTo>
                <a:lnTo>
                  <a:pt x="172631" y="920991"/>
                </a:lnTo>
                <a:lnTo>
                  <a:pt x="186118" y="913130"/>
                </a:lnTo>
                <a:lnTo>
                  <a:pt x="150241" y="934072"/>
                </a:lnTo>
                <a:lnTo>
                  <a:pt x="146431" y="936231"/>
                </a:lnTo>
                <a:lnTo>
                  <a:pt x="145161" y="941057"/>
                </a:lnTo>
                <a:lnTo>
                  <a:pt x="147320" y="944867"/>
                </a:lnTo>
                <a:lnTo>
                  <a:pt x="149606" y="948677"/>
                </a:lnTo>
                <a:lnTo>
                  <a:pt x="154432" y="949947"/>
                </a:lnTo>
                <a:lnTo>
                  <a:pt x="158242" y="947661"/>
                </a:lnTo>
                <a:lnTo>
                  <a:pt x="204025" y="920991"/>
                </a:lnTo>
                <a:lnTo>
                  <a:pt x="217538" y="913130"/>
                </a:lnTo>
                <a:close/>
                <a:moveTo>
                  <a:pt x="397764" y="791705"/>
                </a:moveTo>
                <a:lnTo>
                  <a:pt x="381889" y="791705"/>
                </a:lnTo>
                <a:lnTo>
                  <a:pt x="381889" y="855205"/>
                </a:lnTo>
                <a:lnTo>
                  <a:pt x="397764" y="855205"/>
                </a:lnTo>
                <a:lnTo>
                  <a:pt x="397764" y="791705"/>
                </a:lnTo>
                <a:close/>
                <a:moveTo>
                  <a:pt x="397764" y="680580"/>
                </a:moveTo>
                <a:lnTo>
                  <a:pt x="381889" y="680580"/>
                </a:lnTo>
                <a:lnTo>
                  <a:pt x="381889" y="744080"/>
                </a:lnTo>
                <a:lnTo>
                  <a:pt x="397764" y="744080"/>
                </a:lnTo>
                <a:lnTo>
                  <a:pt x="397764" y="680580"/>
                </a:lnTo>
                <a:close/>
                <a:moveTo>
                  <a:pt x="397764" y="569455"/>
                </a:moveTo>
                <a:lnTo>
                  <a:pt x="381889" y="569455"/>
                </a:lnTo>
                <a:lnTo>
                  <a:pt x="381889" y="632955"/>
                </a:lnTo>
                <a:lnTo>
                  <a:pt x="397764" y="632955"/>
                </a:lnTo>
                <a:lnTo>
                  <a:pt x="397764" y="569455"/>
                </a:lnTo>
                <a:close/>
                <a:moveTo>
                  <a:pt x="397764" y="458330"/>
                </a:moveTo>
                <a:lnTo>
                  <a:pt x="381889" y="458330"/>
                </a:lnTo>
                <a:lnTo>
                  <a:pt x="381889" y="521830"/>
                </a:lnTo>
                <a:lnTo>
                  <a:pt x="397764" y="521830"/>
                </a:lnTo>
                <a:lnTo>
                  <a:pt x="397764" y="458330"/>
                </a:lnTo>
                <a:close/>
                <a:moveTo>
                  <a:pt x="498475" y="447916"/>
                </a:moveTo>
                <a:lnTo>
                  <a:pt x="434975" y="447916"/>
                </a:lnTo>
                <a:lnTo>
                  <a:pt x="434975" y="463791"/>
                </a:lnTo>
                <a:lnTo>
                  <a:pt x="498475" y="463791"/>
                </a:lnTo>
                <a:lnTo>
                  <a:pt x="498475" y="447916"/>
                </a:lnTo>
                <a:close/>
                <a:moveTo>
                  <a:pt x="621652" y="455930"/>
                </a:moveTo>
                <a:lnTo>
                  <a:pt x="607936" y="447916"/>
                </a:lnTo>
                <a:lnTo>
                  <a:pt x="562229" y="421246"/>
                </a:lnTo>
                <a:lnTo>
                  <a:pt x="558419" y="419087"/>
                </a:lnTo>
                <a:lnTo>
                  <a:pt x="553593" y="420357"/>
                </a:lnTo>
                <a:lnTo>
                  <a:pt x="551434" y="424167"/>
                </a:lnTo>
                <a:lnTo>
                  <a:pt x="549148" y="427850"/>
                </a:lnTo>
                <a:lnTo>
                  <a:pt x="550418" y="432803"/>
                </a:lnTo>
                <a:lnTo>
                  <a:pt x="554228" y="434962"/>
                </a:lnTo>
                <a:lnTo>
                  <a:pt x="576389" y="447916"/>
                </a:lnTo>
                <a:lnTo>
                  <a:pt x="546100" y="447916"/>
                </a:lnTo>
                <a:lnTo>
                  <a:pt x="546100" y="463791"/>
                </a:lnTo>
                <a:lnTo>
                  <a:pt x="576618" y="463791"/>
                </a:lnTo>
                <a:lnTo>
                  <a:pt x="590105" y="455930"/>
                </a:lnTo>
                <a:lnTo>
                  <a:pt x="554228" y="476872"/>
                </a:lnTo>
                <a:lnTo>
                  <a:pt x="550418" y="479031"/>
                </a:lnTo>
                <a:lnTo>
                  <a:pt x="549148" y="483857"/>
                </a:lnTo>
                <a:lnTo>
                  <a:pt x="551434" y="487667"/>
                </a:lnTo>
                <a:lnTo>
                  <a:pt x="553593" y="491477"/>
                </a:lnTo>
                <a:lnTo>
                  <a:pt x="558419" y="492747"/>
                </a:lnTo>
                <a:lnTo>
                  <a:pt x="562229" y="490461"/>
                </a:lnTo>
                <a:lnTo>
                  <a:pt x="608114" y="463791"/>
                </a:lnTo>
                <a:lnTo>
                  <a:pt x="621652" y="455930"/>
                </a:lnTo>
                <a:close/>
                <a:moveTo>
                  <a:pt x="633603" y="885050"/>
                </a:moveTo>
                <a:lnTo>
                  <a:pt x="631444" y="881367"/>
                </a:lnTo>
                <a:lnTo>
                  <a:pt x="629285" y="877557"/>
                </a:lnTo>
                <a:lnTo>
                  <a:pt x="624332" y="876287"/>
                </a:lnTo>
                <a:lnTo>
                  <a:pt x="561213" y="913130"/>
                </a:lnTo>
                <a:lnTo>
                  <a:pt x="620649" y="947661"/>
                </a:lnTo>
                <a:lnTo>
                  <a:pt x="624332" y="949947"/>
                </a:lnTo>
                <a:lnTo>
                  <a:pt x="629285" y="948677"/>
                </a:lnTo>
                <a:lnTo>
                  <a:pt x="633603" y="941057"/>
                </a:lnTo>
                <a:lnTo>
                  <a:pt x="632333" y="936231"/>
                </a:lnTo>
                <a:lnTo>
                  <a:pt x="628523" y="934072"/>
                </a:lnTo>
                <a:lnTo>
                  <a:pt x="604380" y="919975"/>
                </a:lnTo>
                <a:lnTo>
                  <a:pt x="592632" y="913130"/>
                </a:lnTo>
                <a:lnTo>
                  <a:pt x="604380" y="906259"/>
                </a:lnTo>
                <a:lnTo>
                  <a:pt x="628523" y="892162"/>
                </a:lnTo>
                <a:lnTo>
                  <a:pt x="632333" y="890003"/>
                </a:lnTo>
                <a:lnTo>
                  <a:pt x="633603" y="885050"/>
                </a:lnTo>
                <a:close/>
                <a:moveTo>
                  <a:pt x="687451" y="905116"/>
                </a:moveTo>
                <a:lnTo>
                  <a:pt x="623951" y="905116"/>
                </a:lnTo>
                <a:lnTo>
                  <a:pt x="623951" y="920991"/>
                </a:lnTo>
                <a:lnTo>
                  <a:pt x="687451" y="920991"/>
                </a:lnTo>
                <a:lnTo>
                  <a:pt x="687451" y="905116"/>
                </a:lnTo>
                <a:close/>
                <a:moveTo>
                  <a:pt x="740664" y="1248778"/>
                </a:moveTo>
                <a:lnTo>
                  <a:pt x="724789" y="1248778"/>
                </a:lnTo>
                <a:lnTo>
                  <a:pt x="724789" y="1312278"/>
                </a:lnTo>
                <a:lnTo>
                  <a:pt x="740664" y="1312278"/>
                </a:lnTo>
                <a:lnTo>
                  <a:pt x="740664" y="1248778"/>
                </a:lnTo>
                <a:close/>
                <a:moveTo>
                  <a:pt x="740664" y="1137653"/>
                </a:moveTo>
                <a:lnTo>
                  <a:pt x="724789" y="1137653"/>
                </a:lnTo>
                <a:lnTo>
                  <a:pt x="724789" y="1201153"/>
                </a:lnTo>
                <a:lnTo>
                  <a:pt x="740664" y="1201153"/>
                </a:lnTo>
                <a:lnTo>
                  <a:pt x="740664" y="1137653"/>
                </a:lnTo>
                <a:close/>
                <a:moveTo>
                  <a:pt x="740664" y="1026528"/>
                </a:moveTo>
                <a:lnTo>
                  <a:pt x="724789" y="1026528"/>
                </a:lnTo>
                <a:lnTo>
                  <a:pt x="724789" y="1090028"/>
                </a:lnTo>
                <a:lnTo>
                  <a:pt x="740664" y="1090028"/>
                </a:lnTo>
                <a:lnTo>
                  <a:pt x="740664" y="1026528"/>
                </a:lnTo>
                <a:close/>
                <a:moveTo>
                  <a:pt x="740664" y="915403"/>
                </a:moveTo>
                <a:lnTo>
                  <a:pt x="724789" y="915403"/>
                </a:lnTo>
                <a:lnTo>
                  <a:pt x="724789" y="978903"/>
                </a:lnTo>
                <a:lnTo>
                  <a:pt x="740664" y="978903"/>
                </a:lnTo>
                <a:lnTo>
                  <a:pt x="740664" y="915403"/>
                </a:lnTo>
                <a:close/>
                <a:moveTo>
                  <a:pt x="800989" y="334505"/>
                </a:moveTo>
                <a:lnTo>
                  <a:pt x="785114" y="334505"/>
                </a:lnTo>
                <a:lnTo>
                  <a:pt x="785114" y="398005"/>
                </a:lnTo>
                <a:lnTo>
                  <a:pt x="800989" y="398005"/>
                </a:lnTo>
                <a:lnTo>
                  <a:pt x="800989" y="334505"/>
                </a:lnTo>
                <a:close/>
                <a:moveTo>
                  <a:pt x="800989" y="223380"/>
                </a:moveTo>
                <a:lnTo>
                  <a:pt x="785114" y="223380"/>
                </a:lnTo>
                <a:lnTo>
                  <a:pt x="785114" y="286880"/>
                </a:lnTo>
                <a:lnTo>
                  <a:pt x="800989" y="286880"/>
                </a:lnTo>
                <a:lnTo>
                  <a:pt x="800989" y="223380"/>
                </a:lnTo>
                <a:close/>
                <a:moveTo>
                  <a:pt x="800989" y="112255"/>
                </a:moveTo>
                <a:lnTo>
                  <a:pt x="785114" y="112255"/>
                </a:lnTo>
                <a:lnTo>
                  <a:pt x="785114" y="175755"/>
                </a:lnTo>
                <a:lnTo>
                  <a:pt x="800989" y="175755"/>
                </a:lnTo>
                <a:lnTo>
                  <a:pt x="800989" y="112255"/>
                </a:lnTo>
                <a:close/>
                <a:moveTo>
                  <a:pt x="828675" y="28816"/>
                </a:moveTo>
                <a:lnTo>
                  <a:pt x="788670" y="28816"/>
                </a:lnTo>
                <a:lnTo>
                  <a:pt x="785114" y="32372"/>
                </a:lnTo>
                <a:lnTo>
                  <a:pt x="785114" y="64630"/>
                </a:lnTo>
                <a:lnTo>
                  <a:pt x="800989" y="64630"/>
                </a:lnTo>
                <a:lnTo>
                  <a:pt x="800989" y="44691"/>
                </a:lnTo>
                <a:lnTo>
                  <a:pt x="828675" y="44691"/>
                </a:lnTo>
                <a:lnTo>
                  <a:pt x="828675" y="36817"/>
                </a:lnTo>
                <a:lnTo>
                  <a:pt x="828675" y="28816"/>
                </a:lnTo>
                <a:close/>
                <a:moveTo>
                  <a:pt x="939800" y="28816"/>
                </a:moveTo>
                <a:lnTo>
                  <a:pt x="876300" y="28816"/>
                </a:lnTo>
                <a:lnTo>
                  <a:pt x="876300" y="44691"/>
                </a:lnTo>
                <a:lnTo>
                  <a:pt x="939800" y="44691"/>
                </a:lnTo>
                <a:lnTo>
                  <a:pt x="939800" y="28816"/>
                </a:lnTo>
                <a:close/>
                <a:moveTo>
                  <a:pt x="1050925" y="28816"/>
                </a:moveTo>
                <a:lnTo>
                  <a:pt x="987425" y="28816"/>
                </a:lnTo>
                <a:lnTo>
                  <a:pt x="987425" y="44691"/>
                </a:lnTo>
                <a:lnTo>
                  <a:pt x="1050925" y="44691"/>
                </a:lnTo>
                <a:lnTo>
                  <a:pt x="1050925" y="28816"/>
                </a:lnTo>
                <a:close/>
                <a:moveTo>
                  <a:pt x="1055751" y="447916"/>
                </a:moveTo>
                <a:lnTo>
                  <a:pt x="1010450" y="447916"/>
                </a:lnTo>
                <a:lnTo>
                  <a:pt x="1032637" y="434962"/>
                </a:lnTo>
                <a:lnTo>
                  <a:pt x="1036447" y="432803"/>
                </a:lnTo>
                <a:lnTo>
                  <a:pt x="1037717" y="427850"/>
                </a:lnTo>
                <a:lnTo>
                  <a:pt x="1035431" y="424167"/>
                </a:lnTo>
                <a:lnTo>
                  <a:pt x="1033272" y="420357"/>
                </a:lnTo>
                <a:lnTo>
                  <a:pt x="1028446" y="419087"/>
                </a:lnTo>
                <a:lnTo>
                  <a:pt x="1024636" y="421246"/>
                </a:lnTo>
                <a:lnTo>
                  <a:pt x="965200" y="455930"/>
                </a:lnTo>
                <a:lnTo>
                  <a:pt x="1024636" y="490461"/>
                </a:lnTo>
                <a:lnTo>
                  <a:pt x="1028446" y="492747"/>
                </a:lnTo>
                <a:lnTo>
                  <a:pt x="1033272" y="491477"/>
                </a:lnTo>
                <a:lnTo>
                  <a:pt x="1035431" y="487667"/>
                </a:lnTo>
                <a:lnTo>
                  <a:pt x="1037717" y="483857"/>
                </a:lnTo>
                <a:lnTo>
                  <a:pt x="1036447" y="479031"/>
                </a:lnTo>
                <a:lnTo>
                  <a:pt x="1032637" y="476872"/>
                </a:lnTo>
                <a:lnTo>
                  <a:pt x="1010234" y="463791"/>
                </a:lnTo>
                <a:lnTo>
                  <a:pt x="1055751" y="463791"/>
                </a:lnTo>
                <a:lnTo>
                  <a:pt x="1055751" y="447916"/>
                </a:lnTo>
                <a:close/>
                <a:moveTo>
                  <a:pt x="1162050" y="28816"/>
                </a:moveTo>
                <a:lnTo>
                  <a:pt x="1098550" y="28816"/>
                </a:lnTo>
                <a:lnTo>
                  <a:pt x="1098550" y="44691"/>
                </a:lnTo>
                <a:lnTo>
                  <a:pt x="1162050" y="44691"/>
                </a:lnTo>
                <a:lnTo>
                  <a:pt x="1162050" y="28816"/>
                </a:lnTo>
                <a:close/>
                <a:moveTo>
                  <a:pt x="1166876" y="447916"/>
                </a:moveTo>
                <a:lnTo>
                  <a:pt x="1103376" y="447916"/>
                </a:lnTo>
                <a:lnTo>
                  <a:pt x="1103376" y="463791"/>
                </a:lnTo>
                <a:lnTo>
                  <a:pt x="1166876" y="463791"/>
                </a:lnTo>
                <a:lnTo>
                  <a:pt x="1166876" y="447916"/>
                </a:lnTo>
                <a:close/>
                <a:moveTo>
                  <a:pt x="1220089" y="791578"/>
                </a:moveTo>
                <a:lnTo>
                  <a:pt x="1204214" y="791578"/>
                </a:lnTo>
                <a:lnTo>
                  <a:pt x="1204214" y="855078"/>
                </a:lnTo>
                <a:lnTo>
                  <a:pt x="1220089" y="855078"/>
                </a:lnTo>
                <a:lnTo>
                  <a:pt x="1220089" y="791578"/>
                </a:lnTo>
                <a:close/>
                <a:moveTo>
                  <a:pt x="1220089" y="680453"/>
                </a:moveTo>
                <a:lnTo>
                  <a:pt x="1204214" y="680453"/>
                </a:lnTo>
                <a:lnTo>
                  <a:pt x="1204214" y="743953"/>
                </a:lnTo>
                <a:lnTo>
                  <a:pt x="1220089" y="743953"/>
                </a:lnTo>
                <a:lnTo>
                  <a:pt x="1220089" y="680453"/>
                </a:lnTo>
                <a:close/>
                <a:moveTo>
                  <a:pt x="1220089" y="569328"/>
                </a:moveTo>
                <a:lnTo>
                  <a:pt x="1204214" y="569328"/>
                </a:lnTo>
                <a:lnTo>
                  <a:pt x="1204214" y="632828"/>
                </a:lnTo>
                <a:lnTo>
                  <a:pt x="1220089" y="632828"/>
                </a:lnTo>
                <a:lnTo>
                  <a:pt x="1220089" y="569328"/>
                </a:lnTo>
                <a:close/>
                <a:moveTo>
                  <a:pt x="1220089" y="458203"/>
                </a:moveTo>
                <a:lnTo>
                  <a:pt x="1204214" y="458203"/>
                </a:lnTo>
                <a:lnTo>
                  <a:pt x="1204214" y="521703"/>
                </a:lnTo>
                <a:lnTo>
                  <a:pt x="1220089" y="521703"/>
                </a:lnTo>
                <a:lnTo>
                  <a:pt x="1220089" y="458203"/>
                </a:lnTo>
                <a:close/>
                <a:moveTo>
                  <a:pt x="1288402" y="36830"/>
                </a:moveTo>
                <a:lnTo>
                  <a:pt x="1274686" y="28816"/>
                </a:lnTo>
                <a:lnTo>
                  <a:pt x="1228979" y="2146"/>
                </a:lnTo>
                <a:lnTo>
                  <a:pt x="1225169" y="0"/>
                </a:lnTo>
                <a:lnTo>
                  <a:pt x="1220343" y="1257"/>
                </a:lnTo>
                <a:lnTo>
                  <a:pt x="1218184" y="5067"/>
                </a:lnTo>
                <a:lnTo>
                  <a:pt x="1215898" y="8750"/>
                </a:lnTo>
                <a:lnTo>
                  <a:pt x="1217168" y="13703"/>
                </a:lnTo>
                <a:lnTo>
                  <a:pt x="1220978" y="15862"/>
                </a:lnTo>
                <a:lnTo>
                  <a:pt x="1243139" y="28816"/>
                </a:lnTo>
                <a:lnTo>
                  <a:pt x="1209675" y="28816"/>
                </a:lnTo>
                <a:lnTo>
                  <a:pt x="1209675" y="44691"/>
                </a:lnTo>
                <a:lnTo>
                  <a:pt x="1243368" y="44691"/>
                </a:lnTo>
                <a:lnTo>
                  <a:pt x="1256855" y="36830"/>
                </a:lnTo>
                <a:lnTo>
                  <a:pt x="1220978" y="57772"/>
                </a:lnTo>
                <a:lnTo>
                  <a:pt x="1217168" y="59931"/>
                </a:lnTo>
                <a:lnTo>
                  <a:pt x="1215898" y="64757"/>
                </a:lnTo>
                <a:lnTo>
                  <a:pt x="1218184" y="68567"/>
                </a:lnTo>
                <a:lnTo>
                  <a:pt x="1220343" y="72377"/>
                </a:lnTo>
                <a:lnTo>
                  <a:pt x="1225169" y="73647"/>
                </a:lnTo>
                <a:lnTo>
                  <a:pt x="1228979" y="71361"/>
                </a:lnTo>
                <a:lnTo>
                  <a:pt x="1274864" y="44691"/>
                </a:lnTo>
                <a:lnTo>
                  <a:pt x="1288402" y="36830"/>
                </a:lnTo>
                <a:close/>
                <a:moveTo>
                  <a:pt x="1704467" y="8750"/>
                </a:moveTo>
                <a:lnTo>
                  <a:pt x="1702181" y="5067"/>
                </a:lnTo>
                <a:lnTo>
                  <a:pt x="1700022" y="1257"/>
                </a:lnTo>
                <a:lnTo>
                  <a:pt x="1695196" y="0"/>
                </a:lnTo>
                <a:lnTo>
                  <a:pt x="1691386" y="2146"/>
                </a:lnTo>
                <a:lnTo>
                  <a:pt x="1631950" y="36830"/>
                </a:lnTo>
                <a:lnTo>
                  <a:pt x="1691386" y="71361"/>
                </a:lnTo>
                <a:lnTo>
                  <a:pt x="1695196" y="73647"/>
                </a:lnTo>
                <a:lnTo>
                  <a:pt x="1700022" y="72377"/>
                </a:lnTo>
                <a:lnTo>
                  <a:pt x="1702181" y="68567"/>
                </a:lnTo>
                <a:lnTo>
                  <a:pt x="1704467" y="64757"/>
                </a:lnTo>
                <a:lnTo>
                  <a:pt x="1703197" y="59931"/>
                </a:lnTo>
                <a:lnTo>
                  <a:pt x="1699387" y="57772"/>
                </a:lnTo>
                <a:lnTo>
                  <a:pt x="1676984" y="44691"/>
                </a:lnTo>
                <a:lnTo>
                  <a:pt x="1691513" y="44691"/>
                </a:lnTo>
                <a:lnTo>
                  <a:pt x="1691513" y="28816"/>
                </a:lnTo>
                <a:lnTo>
                  <a:pt x="1677200" y="28816"/>
                </a:lnTo>
                <a:lnTo>
                  <a:pt x="1699387" y="15862"/>
                </a:lnTo>
                <a:lnTo>
                  <a:pt x="1703197" y="13703"/>
                </a:lnTo>
                <a:lnTo>
                  <a:pt x="1704467" y="8750"/>
                </a:lnTo>
                <a:close/>
                <a:moveTo>
                  <a:pt x="1773301" y="791705"/>
                </a:moveTo>
                <a:lnTo>
                  <a:pt x="1757426" y="791705"/>
                </a:lnTo>
                <a:lnTo>
                  <a:pt x="1757426" y="855205"/>
                </a:lnTo>
                <a:lnTo>
                  <a:pt x="1773301" y="855205"/>
                </a:lnTo>
                <a:lnTo>
                  <a:pt x="1773301" y="791705"/>
                </a:lnTo>
                <a:close/>
                <a:moveTo>
                  <a:pt x="1773301" y="680580"/>
                </a:moveTo>
                <a:lnTo>
                  <a:pt x="1757426" y="680580"/>
                </a:lnTo>
                <a:lnTo>
                  <a:pt x="1757426" y="744080"/>
                </a:lnTo>
                <a:lnTo>
                  <a:pt x="1773301" y="744080"/>
                </a:lnTo>
                <a:lnTo>
                  <a:pt x="1773301" y="680580"/>
                </a:lnTo>
                <a:close/>
                <a:moveTo>
                  <a:pt x="1773301" y="569455"/>
                </a:moveTo>
                <a:lnTo>
                  <a:pt x="1757426" y="569455"/>
                </a:lnTo>
                <a:lnTo>
                  <a:pt x="1757426" y="632955"/>
                </a:lnTo>
                <a:lnTo>
                  <a:pt x="1773301" y="632955"/>
                </a:lnTo>
                <a:lnTo>
                  <a:pt x="1773301" y="569455"/>
                </a:lnTo>
                <a:close/>
                <a:moveTo>
                  <a:pt x="1773301" y="458330"/>
                </a:moveTo>
                <a:lnTo>
                  <a:pt x="1757426" y="458330"/>
                </a:lnTo>
                <a:lnTo>
                  <a:pt x="1757426" y="521830"/>
                </a:lnTo>
                <a:lnTo>
                  <a:pt x="1773301" y="521830"/>
                </a:lnTo>
                <a:lnTo>
                  <a:pt x="1773301" y="458330"/>
                </a:lnTo>
                <a:close/>
                <a:moveTo>
                  <a:pt x="1802638" y="28816"/>
                </a:moveTo>
                <a:lnTo>
                  <a:pt x="1739138" y="28816"/>
                </a:lnTo>
                <a:lnTo>
                  <a:pt x="1739138" y="44691"/>
                </a:lnTo>
                <a:lnTo>
                  <a:pt x="1802638" y="44691"/>
                </a:lnTo>
                <a:lnTo>
                  <a:pt x="1802638" y="28816"/>
                </a:lnTo>
                <a:close/>
                <a:moveTo>
                  <a:pt x="1874139" y="447916"/>
                </a:moveTo>
                <a:lnTo>
                  <a:pt x="1810639" y="447916"/>
                </a:lnTo>
                <a:lnTo>
                  <a:pt x="1810639" y="463791"/>
                </a:lnTo>
                <a:lnTo>
                  <a:pt x="1874139" y="463791"/>
                </a:lnTo>
                <a:lnTo>
                  <a:pt x="1874139" y="447916"/>
                </a:lnTo>
                <a:close/>
                <a:moveTo>
                  <a:pt x="1913763" y="28816"/>
                </a:moveTo>
                <a:lnTo>
                  <a:pt x="1850263" y="28816"/>
                </a:lnTo>
                <a:lnTo>
                  <a:pt x="1850263" y="44691"/>
                </a:lnTo>
                <a:lnTo>
                  <a:pt x="1913763" y="44691"/>
                </a:lnTo>
                <a:lnTo>
                  <a:pt x="1913763" y="28816"/>
                </a:lnTo>
                <a:close/>
                <a:moveTo>
                  <a:pt x="1936864" y="455930"/>
                </a:moveTo>
                <a:lnTo>
                  <a:pt x="1925116" y="449059"/>
                </a:lnTo>
                <a:lnTo>
                  <a:pt x="1877441" y="421246"/>
                </a:lnTo>
                <a:lnTo>
                  <a:pt x="1873618" y="419087"/>
                </a:lnTo>
                <a:lnTo>
                  <a:pt x="1868792" y="420357"/>
                </a:lnTo>
                <a:lnTo>
                  <a:pt x="1866646" y="424167"/>
                </a:lnTo>
                <a:lnTo>
                  <a:pt x="1864360" y="427850"/>
                </a:lnTo>
                <a:lnTo>
                  <a:pt x="1865630" y="432803"/>
                </a:lnTo>
                <a:lnTo>
                  <a:pt x="1869440" y="434962"/>
                </a:lnTo>
                <a:lnTo>
                  <a:pt x="1905317" y="455930"/>
                </a:lnTo>
                <a:lnTo>
                  <a:pt x="1869440" y="476872"/>
                </a:lnTo>
                <a:lnTo>
                  <a:pt x="1865630" y="479031"/>
                </a:lnTo>
                <a:lnTo>
                  <a:pt x="1864360" y="483857"/>
                </a:lnTo>
                <a:lnTo>
                  <a:pt x="1866646" y="487667"/>
                </a:lnTo>
                <a:lnTo>
                  <a:pt x="1868792" y="491477"/>
                </a:lnTo>
                <a:lnTo>
                  <a:pt x="1873618" y="492747"/>
                </a:lnTo>
                <a:lnTo>
                  <a:pt x="1877441" y="490461"/>
                </a:lnTo>
                <a:lnTo>
                  <a:pt x="1925066" y="462775"/>
                </a:lnTo>
                <a:lnTo>
                  <a:pt x="1936864" y="455930"/>
                </a:lnTo>
                <a:close/>
                <a:moveTo>
                  <a:pt x="2024888" y="28816"/>
                </a:moveTo>
                <a:lnTo>
                  <a:pt x="1961388" y="28816"/>
                </a:lnTo>
                <a:lnTo>
                  <a:pt x="1961388" y="44691"/>
                </a:lnTo>
                <a:lnTo>
                  <a:pt x="2024888" y="44691"/>
                </a:lnTo>
                <a:lnTo>
                  <a:pt x="2024888" y="28816"/>
                </a:lnTo>
                <a:close/>
                <a:moveTo>
                  <a:pt x="2116201" y="334378"/>
                </a:moveTo>
                <a:lnTo>
                  <a:pt x="2100326" y="334378"/>
                </a:lnTo>
                <a:lnTo>
                  <a:pt x="2100326" y="397878"/>
                </a:lnTo>
                <a:lnTo>
                  <a:pt x="2116201" y="397878"/>
                </a:lnTo>
                <a:lnTo>
                  <a:pt x="2116201" y="334378"/>
                </a:lnTo>
                <a:close/>
                <a:moveTo>
                  <a:pt x="2116201" y="223253"/>
                </a:moveTo>
                <a:lnTo>
                  <a:pt x="2100326" y="223253"/>
                </a:lnTo>
                <a:lnTo>
                  <a:pt x="2100326" y="286753"/>
                </a:lnTo>
                <a:lnTo>
                  <a:pt x="2116201" y="286753"/>
                </a:lnTo>
                <a:lnTo>
                  <a:pt x="2116201" y="223253"/>
                </a:lnTo>
                <a:close/>
                <a:moveTo>
                  <a:pt x="2116201" y="112128"/>
                </a:moveTo>
                <a:lnTo>
                  <a:pt x="2100326" y="112128"/>
                </a:lnTo>
                <a:lnTo>
                  <a:pt x="2100326" y="175628"/>
                </a:lnTo>
                <a:lnTo>
                  <a:pt x="2116201" y="175628"/>
                </a:lnTo>
                <a:lnTo>
                  <a:pt x="2116201" y="112128"/>
                </a:lnTo>
                <a:close/>
                <a:moveTo>
                  <a:pt x="2116201" y="32372"/>
                </a:moveTo>
                <a:lnTo>
                  <a:pt x="2112645" y="28816"/>
                </a:lnTo>
                <a:lnTo>
                  <a:pt x="2072513" y="28816"/>
                </a:lnTo>
                <a:lnTo>
                  <a:pt x="2072513" y="44691"/>
                </a:lnTo>
                <a:lnTo>
                  <a:pt x="2100326" y="44691"/>
                </a:lnTo>
                <a:lnTo>
                  <a:pt x="2100326" y="64503"/>
                </a:lnTo>
                <a:lnTo>
                  <a:pt x="2116201" y="64503"/>
                </a:lnTo>
                <a:lnTo>
                  <a:pt x="2116201" y="44691"/>
                </a:lnTo>
                <a:lnTo>
                  <a:pt x="2116201" y="36817"/>
                </a:lnTo>
                <a:lnTo>
                  <a:pt x="2116201" y="32372"/>
                </a:lnTo>
                <a:close/>
                <a:moveTo>
                  <a:pt x="2352167" y="427850"/>
                </a:moveTo>
                <a:lnTo>
                  <a:pt x="2349881" y="424167"/>
                </a:lnTo>
                <a:lnTo>
                  <a:pt x="2347722" y="420357"/>
                </a:lnTo>
                <a:lnTo>
                  <a:pt x="2342896" y="419087"/>
                </a:lnTo>
                <a:lnTo>
                  <a:pt x="2339086" y="421246"/>
                </a:lnTo>
                <a:lnTo>
                  <a:pt x="2279650" y="455930"/>
                </a:lnTo>
                <a:lnTo>
                  <a:pt x="2339086" y="490461"/>
                </a:lnTo>
                <a:lnTo>
                  <a:pt x="2342896" y="492747"/>
                </a:lnTo>
                <a:lnTo>
                  <a:pt x="2347722" y="491477"/>
                </a:lnTo>
                <a:lnTo>
                  <a:pt x="2349881" y="487667"/>
                </a:lnTo>
                <a:lnTo>
                  <a:pt x="2352167" y="483857"/>
                </a:lnTo>
                <a:lnTo>
                  <a:pt x="2350897" y="479031"/>
                </a:lnTo>
                <a:lnTo>
                  <a:pt x="2347087" y="476872"/>
                </a:lnTo>
                <a:lnTo>
                  <a:pt x="2324684" y="463791"/>
                </a:lnTo>
                <a:lnTo>
                  <a:pt x="2332863" y="463791"/>
                </a:lnTo>
                <a:lnTo>
                  <a:pt x="2332863" y="447916"/>
                </a:lnTo>
                <a:lnTo>
                  <a:pt x="2324900" y="447916"/>
                </a:lnTo>
                <a:lnTo>
                  <a:pt x="2347087" y="434962"/>
                </a:lnTo>
                <a:lnTo>
                  <a:pt x="2350897" y="432803"/>
                </a:lnTo>
                <a:lnTo>
                  <a:pt x="2352167" y="427850"/>
                </a:lnTo>
                <a:close/>
                <a:moveTo>
                  <a:pt x="2443988" y="447916"/>
                </a:moveTo>
                <a:lnTo>
                  <a:pt x="2380488" y="447916"/>
                </a:lnTo>
                <a:lnTo>
                  <a:pt x="2380488" y="463791"/>
                </a:lnTo>
                <a:lnTo>
                  <a:pt x="2443988" y="463791"/>
                </a:lnTo>
                <a:lnTo>
                  <a:pt x="2443988" y="447916"/>
                </a:lnTo>
                <a:close/>
                <a:moveTo>
                  <a:pt x="2497201" y="791578"/>
                </a:moveTo>
                <a:lnTo>
                  <a:pt x="2481326" y="791578"/>
                </a:lnTo>
                <a:lnTo>
                  <a:pt x="2481326" y="855078"/>
                </a:lnTo>
                <a:lnTo>
                  <a:pt x="2497201" y="855078"/>
                </a:lnTo>
                <a:lnTo>
                  <a:pt x="2497201" y="791578"/>
                </a:lnTo>
                <a:close/>
                <a:moveTo>
                  <a:pt x="2497201" y="680453"/>
                </a:moveTo>
                <a:lnTo>
                  <a:pt x="2481326" y="680453"/>
                </a:lnTo>
                <a:lnTo>
                  <a:pt x="2481326" y="743953"/>
                </a:lnTo>
                <a:lnTo>
                  <a:pt x="2497201" y="743953"/>
                </a:lnTo>
                <a:lnTo>
                  <a:pt x="2497201" y="680453"/>
                </a:lnTo>
                <a:close/>
                <a:moveTo>
                  <a:pt x="2497201" y="569328"/>
                </a:moveTo>
                <a:lnTo>
                  <a:pt x="2481326" y="569328"/>
                </a:lnTo>
                <a:lnTo>
                  <a:pt x="2481326" y="632828"/>
                </a:lnTo>
                <a:lnTo>
                  <a:pt x="2497201" y="632828"/>
                </a:lnTo>
                <a:lnTo>
                  <a:pt x="2497201" y="569328"/>
                </a:lnTo>
                <a:close/>
                <a:moveTo>
                  <a:pt x="2497201" y="458203"/>
                </a:moveTo>
                <a:lnTo>
                  <a:pt x="2481326" y="458203"/>
                </a:lnTo>
                <a:lnTo>
                  <a:pt x="2481326" y="521703"/>
                </a:lnTo>
                <a:lnTo>
                  <a:pt x="2497201" y="521703"/>
                </a:lnTo>
                <a:lnTo>
                  <a:pt x="2497201" y="458203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3" name="CustomShape 22"/>
          <p:cNvSpPr/>
          <p:nvPr/>
        </p:nvSpPr>
        <p:spPr>
          <a:xfrm>
            <a:off x="233280" y="252072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4" name="CustomShape 23"/>
          <p:cNvSpPr/>
          <p:nvPr/>
        </p:nvSpPr>
        <p:spPr>
          <a:xfrm>
            <a:off x="614160" y="206892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5" name="CustomShape 24"/>
          <p:cNvSpPr/>
          <p:nvPr/>
        </p:nvSpPr>
        <p:spPr>
          <a:xfrm>
            <a:off x="1400400" y="206316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6" name="CustomShape 25"/>
          <p:cNvSpPr/>
          <p:nvPr/>
        </p:nvSpPr>
        <p:spPr>
          <a:xfrm>
            <a:off x="2009880" y="206316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7" name="CustomShape 26"/>
          <p:cNvSpPr/>
          <p:nvPr/>
        </p:nvSpPr>
        <p:spPr>
          <a:xfrm>
            <a:off x="2620440" y="206316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8" name="CustomShape 27"/>
          <p:cNvSpPr/>
          <p:nvPr/>
        </p:nvSpPr>
        <p:spPr>
          <a:xfrm>
            <a:off x="2239560" y="164412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9" name="CustomShape 28"/>
          <p:cNvSpPr/>
          <p:nvPr/>
        </p:nvSpPr>
        <p:spPr>
          <a:xfrm>
            <a:off x="1076400" y="164412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2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0" name="CustomShape 29"/>
          <p:cNvSpPr/>
          <p:nvPr/>
        </p:nvSpPr>
        <p:spPr>
          <a:xfrm>
            <a:off x="2781360" y="125748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342900" y="0"/>
                </a:moveTo>
                <a:lnTo>
                  <a:pt x="0" y="0"/>
                </a:lnTo>
                <a:lnTo>
                  <a:pt x="0" y="115887"/>
                </a:lnTo>
                <a:lnTo>
                  <a:pt x="342900" y="115887"/>
                </a:lnTo>
                <a:lnTo>
                  <a:pt x="3429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CustomShape 30"/>
          <p:cNvSpPr/>
          <p:nvPr/>
        </p:nvSpPr>
        <p:spPr>
          <a:xfrm>
            <a:off x="2781360" y="125748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0" y="115887"/>
                </a:moveTo>
                <a:lnTo>
                  <a:pt x="342900" y="115887"/>
                </a:lnTo>
                <a:lnTo>
                  <a:pt x="342900" y="0"/>
                </a:lnTo>
                <a:lnTo>
                  <a:pt x="0" y="0"/>
                </a:lnTo>
                <a:lnTo>
                  <a:pt x="0" y="11588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CustomShape 31"/>
          <p:cNvSpPr/>
          <p:nvPr/>
        </p:nvSpPr>
        <p:spPr>
          <a:xfrm>
            <a:off x="2787480" y="1252440"/>
            <a:ext cx="329760" cy="10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4644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fibo(5)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3" name="CustomShape 32"/>
          <p:cNvSpPr/>
          <p:nvPr/>
        </p:nvSpPr>
        <p:spPr>
          <a:xfrm>
            <a:off x="3772080" y="175104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342900" y="0"/>
                </a:moveTo>
                <a:lnTo>
                  <a:pt x="0" y="0"/>
                </a:lnTo>
                <a:lnTo>
                  <a:pt x="0" y="115887"/>
                </a:lnTo>
                <a:lnTo>
                  <a:pt x="342900" y="115887"/>
                </a:lnTo>
                <a:lnTo>
                  <a:pt x="3429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4" name="CustomShape 33"/>
          <p:cNvSpPr/>
          <p:nvPr/>
        </p:nvSpPr>
        <p:spPr>
          <a:xfrm>
            <a:off x="3772080" y="175104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0" y="115887"/>
                </a:moveTo>
                <a:lnTo>
                  <a:pt x="342900" y="115887"/>
                </a:lnTo>
                <a:lnTo>
                  <a:pt x="342900" y="0"/>
                </a:lnTo>
                <a:lnTo>
                  <a:pt x="0" y="0"/>
                </a:lnTo>
                <a:lnTo>
                  <a:pt x="0" y="11588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CustomShape 34"/>
          <p:cNvSpPr/>
          <p:nvPr/>
        </p:nvSpPr>
        <p:spPr>
          <a:xfrm>
            <a:off x="3778200" y="1746360"/>
            <a:ext cx="329760" cy="10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4644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fibo(3)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6" name="CustomShape 35"/>
          <p:cNvSpPr/>
          <p:nvPr/>
        </p:nvSpPr>
        <p:spPr>
          <a:xfrm>
            <a:off x="3367800" y="217152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342900" y="0"/>
                </a:moveTo>
                <a:lnTo>
                  <a:pt x="0" y="0"/>
                </a:lnTo>
                <a:lnTo>
                  <a:pt x="0" y="115887"/>
                </a:lnTo>
                <a:lnTo>
                  <a:pt x="342900" y="115887"/>
                </a:lnTo>
                <a:lnTo>
                  <a:pt x="342900" y="0"/>
                </a:lnTo>
                <a:close/>
              </a:path>
            </a:pathLst>
          </a:custGeom>
          <a:solidFill>
            <a:srgbClr val="c7e2fa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7" name="CustomShape 36"/>
          <p:cNvSpPr/>
          <p:nvPr/>
        </p:nvSpPr>
        <p:spPr>
          <a:xfrm>
            <a:off x="3367800" y="2171520"/>
            <a:ext cx="342720" cy="115920"/>
          </a:xfrm>
          <a:custGeom>
            <a:avLst/>
            <a:gdLst/>
            <a:ahLst/>
            <a:rect l="l" t="t" r="r" b="b"/>
            <a:pathLst>
              <a:path w="342900" h="116205">
                <a:moveTo>
                  <a:pt x="0" y="115887"/>
                </a:moveTo>
                <a:lnTo>
                  <a:pt x="342900" y="115887"/>
                </a:lnTo>
                <a:lnTo>
                  <a:pt x="342900" y="0"/>
                </a:lnTo>
                <a:lnTo>
                  <a:pt x="0" y="0"/>
                </a:lnTo>
                <a:lnTo>
                  <a:pt x="0" y="115887"/>
                </a:lnTo>
                <a:close/>
              </a:path>
            </a:pathLst>
          </a:custGeom>
          <a:noFill/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CustomShape 37"/>
          <p:cNvSpPr/>
          <p:nvPr/>
        </p:nvSpPr>
        <p:spPr>
          <a:xfrm>
            <a:off x="3374280" y="2167200"/>
            <a:ext cx="329760" cy="104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4500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fibo(2)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9" name="CustomShape 38"/>
          <p:cNvSpPr/>
          <p:nvPr/>
        </p:nvSpPr>
        <p:spPr>
          <a:xfrm>
            <a:off x="4191120" y="2171520"/>
            <a:ext cx="34272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5580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6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0" name="CustomShape 39"/>
          <p:cNvSpPr/>
          <p:nvPr/>
        </p:nvSpPr>
        <p:spPr>
          <a:xfrm>
            <a:off x="3009240" y="2627280"/>
            <a:ext cx="34380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5508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</a:t>
            </a:r>
            <a:r>
              <a:rPr b="1" lang="pt-BR" sz="600" spc="-9" strike="noStrike" cap="small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1</a:t>
            </a: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1" name="CustomShape 40"/>
          <p:cNvSpPr/>
          <p:nvPr/>
        </p:nvSpPr>
        <p:spPr>
          <a:xfrm>
            <a:off x="3733920" y="2627280"/>
            <a:ext cx="342720" cy="100080"/>
          </a:xfrm>
          <a:prstGeom prst="rect">
            <a:avLst/>
          </a:prstGeom>
          <a:solidFill>
            <a:srgbClr val="c7e2fa"/>
          </a:solidFill>
          <a:ln w="12600">
            <a:solidFill>
              <a:srgbClr val="0850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8280" bIns="0"/>
          <a:p>
            <a:pPr marL="48240">
              <a:lnSpc>
                <a:spcPct val="100000"/>
              </a:lnSpc>
            </a:pPr>
            <a:r>
              <a:rPr b="1" lang="pt-BR" sz="6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fibo(0)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2" name="CustomShape 41"/>
          <p:cNvSpPr/>
          <p:nvPr/>
        </p:nvSpPr>
        <p:spPr>
          <a:xfrm>
            <a:off x="3180600" y="1860480"/>
            <a:ext cx="1181880" cy="766800"/>
          </a:xfrm>
          <a:custGeom>
            <a:avLst/>
            <a:gdLst/>
            <a:ahLst/>
            <a:rect l="l" t="t" r="r" b="b"/>
            <a:pathLst>
              <a:path w="1182370" h="767080">
                <a:moveTo>
                  <a:pt x="724662" y="766953"/>
                </a:moveTo>
                <a:lnTo>
                  <a:pt x="723150" y="762000"/>
                </a:lnTo>
                <a:lnTo>
                  <a:pt x="703453" y="696976"/>
                </a:lnTo>
                <a:lnTo>
                  <a:pt x="699008" y="694563"/>
                </a:lnTo>
                <a:lnTo>
                  <a:pt x="690626" y="697103"/>
                </a:lnTo>
                <a:lnTo>
                  <a:pt x="688213" y="701548"/>
                </a:lnTo>
                <a:lnTo>
                  <a:pt x="689610" y="705739"/>
                </a:lnTo>
                <a:lnTo>
                  <a:pt x="697052" y="730491"/>
                </a:lnTo>
                <a:lnTo>
                  <a:pt x="364109" y="421386"/>
                </a:lnTo>
                <a:lnTo>
                  <a:pt x="358736" y="427139"/>
                </a:lnTo>
                <a:lnTo>
                  <a:pt x="353314" y="421386"/>
                </a:lnTo>
                <a:lnTo>
                  <a:pt x="27203" y="730211"/>
                </a:lnTo>
                <a:lnTo>
                  <a:pt x="34417" y="705358"/>
                </a:lnTo>
                <a:lnTo>
                  <a:pt x="35687" y="701167"/>
                </a:lnTo>
                <a:lnTo>
                  <a:pt x="33274" y="696722"/>
                </a:lnTo>
                <a:lnTo>
                  <a:pt x="29083" y="695579"/>
                </a:lnTo>
                <a:lnTo>
                  <a:pt x="24892" y="694309"/>
                </a:lnTo>
                <a:lnTo>
                  <a:pt x="20447" y="696722"/>
                </a:lnTo>
                <a:lnTo>
                  <a:pt x="19227" y="701167"/>
                </a:lnTo>
                <a:lnTo>
                  <a:pt x="0" y="766953"/>
                </a:lnTo>
                <a:lnTo>
                  <a:pt x="21590" y="761873"/>
                </a:lnTo>
                <a:lnTo>
                  <a:pt x="71120" y="750189"/>
                </a:lnTo>
                <a:lnTo>
                  <a:pt x="73787" y="745998"/>
                </a:lnTo>
                <a:lnTo>
                  <a:pt x="72771" y="741680"/>
                </a:lnTo>
                <a:lnTo>
                  <a:pt x="71755" y="737489"/>
                </a:lnTo>
                <a:lnTo>
                  <a:pt x="67564" y="734822"/>
                </a:lnTo>
                <a:lnTo>
                  <a:pt x="38188" y="741705"/>
                </a:lnTo>
                <a:lnTo>
                  <a:pt x="358825" y="438073"/>
                </a:lnTo>
                <a:lnTo>
                  <a:pt x="686206" y="741997"/>
                </a:lnTo>
                <a:lnTo>
                  <a:pt x="661035" y="736346"/>
                </a:lnTo>
                <a:lnTo>
                  <a:pt x="656844" y="735457"/>
                </a:lnTo>
                <a:lnTo>
                  <a:pt x="652526" y="738124"/>
                </a:lnTo>
                <a:lnTo>
                  <a:pt x="651637" y="742442"/>
                </a:lnTo>
                <a:lnTo>
                  <a:pt x="650621" y="746633"/>
                </a:lnTo>
                <a:lnTo>
                  <a:pt x="653288" y="750951"/>
                </a:lnTo>
                <a:lnTo>
                  <a:pt x="657606" y="751840"/>
                </a:lnTo>
                <a:lnTo>
                  <a:pt x="724662" y="766953"/>
                </a:lnTo>
                <a:close/>
                <a:moveTo>
                  <a:pt x="1181862" y="311277"/>
                </a:moveTo>
                <a:lnTo>
                  <a:pt x="1180630" y="308483"/>
                </a:lnTo>
                <a:lnTo>
                  <a:pt x="1152525" y="244348"/>
                </a:lnTo>
                <a:lnTo>
                  <a:pt x="1147826" y="242570"/>
                </a:lnTo>
                <a:lnTo>
                  <a:pt x="1143762" y="244348"/>
                </a:lnTo>
                <a:lnTo>
                  <a:pt x="1139825" y="245999"/>
                </a:lnTo>
                <a:lnTo>
                  <a:pt x="1137920" y="250698"/>
                </a:lnTo>
                <a:lnTo>
                  <a:pt x="1150112" y="278384"/>
                </a:lnTo>
                <a:lnTo>
                  <a:pt x="767461" y="0"/>
                </a:lnTo>
                <a:lnTo>
                  <a:pt x="762762" y="6477"/>
                </a:lnTo>
                <a:lnTo>
                  <a:pt x="757936" y="127"/>
                </a:lnTo>
                <a:lnTo>
                  <a:pt x="389915" y="277876"/>
                </a:lnTo>
                <a:lnTo>
                  <a:pt x="399923" y="254000"/>
                </a:lnTo>
                <a:lnTo>
                  <a:pt x="401574" y="249936"/>
                </a:lnTo>
                <a:lnTo>
                  <a:pt x="399669" y="245364"/>
                </a:lnTo>
                <a:lnTo>
                  <a:pt x="395605" y="243586"/>
                </a:lnTo>
                <a:lnTo>
                  <a:pt x="391541" y="241935"/>
                </a:lnTo>
                <a:lnTo>
                  <a:pt x="386969" y="243840"/>
                </a:lnTo>
                <a:lnTo>
                  <a:pt x="385318" y="247904"/>
                </a:lnTo>
                <a:lnTo>
                  <a:pt x="358775" y="311277"/>
                </a:lnTo>
                <a:lnTo>
                  <a:pt x="385406" y="308102"/>
                </a:lnTo>
                <a:lnTo>
                  <a:pt x="431292" y="302641"/>
                </a:lnTo>
                <a:lnTo>
                  <a:pt x="434467" y="298704"/>
                </a:lnTo>
                <a:lnTo>
                  <a:pt x="433451" y="290068"/>
                </a:lnTo>
                <a:lnTo>
                  <a:pt x="429514" y="286893"/>
                </a:lnTo>
                <a:lnTo>
                  <a:pt x="399478" y="290436"/>
                </a:lnTo>
                <a:lnTo>
                  <a:pt x="762825" y="16421"/>
                </a:lnTo>
                <a:lnTo>
                  <a:pt x="1140612" y="291160"/>
                </a:lnTo>
                <a:lnTo>
                  <a:pt x="1115060" y="288544"/>
                </a:lnTo>
                <a:lnTo>
                  <a:pt x="1110742" y="288163"/>
                </a:lnTo>
                <a:lnTo>
                  <a:pt x="1106805" y="291338"/>
                </a:lnTo>
                <a:lnTo>
                  <a:pt x="1106424" y="295656"/>
                </a:lnTo>
                <a:lnTo>
                  <a:pt x="1105916" y="300101"/>
                </a:lnTo>
                <a:lnTo>
                  <a:pt x="1109091" y="303911"/>
                </a:lnTo>
                <a:lnTo>
                  <a:pt x="1113536" y="304419"/>
                </a:lnTo>
                <a:lnTo>
                  <a:pt x="1181862" y="31127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CustomShape 42"/>
          <p:cNvSpPr/>
          <p:nvPr/>
        </p:nvSpPr>
        <p:spPr>
          <a:xfrm>
            <a:off x="3172680" y="1772280"/>
            <a:ext cx="1197720" cy="855000"/>
          </a:xfrm>
          <a:custGeom>
            <a:avLst/>
            <a:gdLst/>
            <a:ahLst/>
            <a:rect l="l" t="t" r="r" b="b"/>
            <a:pathLst>
              <a:path w="1198245" h="855344">
                <a:moveTo>
                  <a:pt x="15875" y="791705"/>
                </a:moveTo>
                <a:lnTo>
                  <a:pt x="0" y="791705"/>
                </a:lnTo>
                <a:lnTo>
                  <a:pt x="0" y="855205"/>
                </a:lnTo>
                <a:lnTo>
                  <a:pt x="15875" y="855205"/>
                </a:lnTo>
                <a:lnTo>
                  <a:pt x="15875" y="791705"/>
                </a:lnTo>
                <a:close/>
                <a:moveTo>
                  <a:pt x="15875" y="680580"/>
                </a:moveTo>
                <a:lnTo>
                  <a:pt x="0" y="680580"/>
                </a:lnTo>
                <a:lnTo>
                  <a:pt x="0" y="744080"/>
                </a:lnTo>
                <a:lnTo>
                  <a:pt x="15875" y="744080"/>
                </a:lnTo>
                <a:lnTo>
                  <a:pt x="15875" y="680580"/>
                </a:lnTo>
                <a:close/>
                <a:moveTo>
                  <a:pt x="15875" y="569455"/>
                </a:moveTo>
                <a:lnTo>
                  <a:pt x="0" y="569455"/>
                </a:lnTo>
                <a:lnTo>
                  <a:pt x="0" y="632955"/>
                </a:lnTo>
                <a:lnTo>
                  <a:pt x="15875" y="632955"/>
                </a:lnTo>
                <a:lnTo>
                  <a:pt x="15875" y="569455"/>
                </a:lnTo>
                <a:close/>
                <a:moveTo>
                  <a:pt x="15875" y="458330"/>
                </a:moveTo>
                <a:lnTo>
                  <a:pt x="0" y="458330"/>
                </a:lnTo>
                <a:lnTo>
                  <a:pt x="0" y="521830"/>
                </a:lnTo>
                <a:lnTo>
                  <a:pt x="15875" y="521830"/>
                </a:lnTo>
                <a:lnTo>
                  <a:pt x="15875" y="458330"/>
                </a:lnTo>
                <a:close/>
                <a:moveTo>
                  <a:pt x="118237" y="449567"/>
                </a:moveTo>
                <a:lnTo>
                  <a:pt x="54737" y="449567"/>
                </a:lnTo>
                <a:lnTo>
                  <a:pt x="54737" y="465442"/>
                </a:lnTo>
                <a:lnTo>
                  <a:pt x="118237" y="465442"/>
                </a:lnTo>
                <a:lnTo>
                  <a:pt x="118237" y="449567"/>
                </a:lnTo>
                <a:close/>
                <a:moveTo>
                  <a:pt x="195326" y="457441"/>
                </a:moveTo>
                <a:lnTo>
                  <a:pt x="181775" y="449567"/>
                </a:lnTo>
                <a:lnTo>
                  <a:pt x="135890" y="422897"/>
                </a:lnTo>
                <a:lnTo>
                  <a:pt x="132207" y="420611"/>
                </a:lnTo>
                <a:lnTo>
                  <a:pt x="127254" y="421881"/>
                </a:lnTo>
                <a:lnTo>
                  <a:pt x="122936" y="429501"/>
                </a:lnTo>
                <a:lnTo>
                  <a:pt x="124206" y="434327"/>
                </a:lnTo>
                <a:lnTo>
                  <a:pt x="163766" y="457441"/>
                </a:lnTo>
                <a:lnTo>
                  <a:pt x="124206" y="480555"/>
                </a:lnTo>
                <a:lnTo>
                  <a:pt x="122936" y="485508"/>
                </a:lnTo>
                <a:lnTo>
                  <a:pt x="125095" y="489191"/>
                </a:lnTo>
                <a:lnTo>
                  <a:pt x="127254" y="493001"/>
                </a:lnTo>
                <a:lnTo>
                  <a:pt x="132207" y="494271"/>
                </a:lnTo>
                <a:lnTo>
                  <a:pt x="181610" y="465442"/>
                </a:lnTo>
                <a:lnTo>
                  <a:pt x="195326" y="457441"/>
                </a:lnTo>
                <a:close/>
                <a:moveTo>
                  <a:pt x="374650" y="336029"/>
                </a:moveTo>
                <a:lnTo>
                  <a:pt x="358775" y="336029"/>
                </a:lnTo>
                <a:lnTo>
                  <a:pt x="358775" y="399529"/>
                </a:lnTo>
                <a:lnTo>
                  <a:pt x="374650" y="399529"/>
                </a:lnTo>
                <a:lnTo>
                  <a:pt x="374650" y="336029"/>
                </a:lnTo>
                <a:close/>
                <a:moveTo>
                  <a:pt x="374650" y="224904"/>
                </a:moveTo>
                <a:lnTo>
                  <a:pt x="358775" y="224904"/>
                </a:lnTo>
                <a:lnTo>
                  <a:pt x="358775" y="288404"/>
                </a:lnTo>
                <a:lnTo>
                  <a:pt x="374650" y="288404"/>
                </a:lnTo>
                <a:lnTo>
                  <a:pt x="374650" y="224904"/>
                </a:lnTo>
                <a:close/>
                <a:moveTo>
                  <a:pt x="374650" y="113779"/>
                </a:moveTo>
                <a:lnTo>
                  <a:pt x="358775" y="113779"/>
                </a:lnTo>
                <a:lnTo>
                  <a:pt x="358775" y="177279"/>
                </a:lnTo>
                <a:lnTo>
                  <a:pt x="374650" y="177279"/>
                </a:lnTo>
                <a:lnTo>
                  <a:pt x="374650" y="113779"/>
                </a:lnTo>
                <a:close/>
                <a:moveTo>
                  <a:pt x="400812" y="28816"/>
                </a:moveTo>
                <a:lnTo>
                  <a:pt x="362331" y="28816"/>
                </a:lnTo>
                <a:lnTo>
                  <a:pt x="358775" y="32372"/>
                </a:lnTo>
                <a:lnTo>
                  <a:pt x="358775" y="66154"/>
                </a:lnTo>
                <a:lnTo>
                  <a:pt x="374650" y="66154"/>
                </a:lnTo>
                <a:lnTo>
                  <a:pt x="374650" y="44691"/>
                </a:lnTo>
                <a:lnTo>
                  <a:pt x="400812" y="44691"/>
                </a:lnTo>
                <a:lnTo>
                  <a:pt x="400812" y="36817"/>
                </a:lnTo>
                <a:lnTo>
                  <a:pt x="400812" y="28816"/>
                </a:lnTo>
                <a:close/>
                <a:moveTo>
                  <a:pt x="511937" y="28816"/>
                </a:moveTo>
                <a:lnTo>
                  <a:pt x="448437" y="28816"/>
                </a:lnTo>
                <a:lnTo>
                  <a:pt x="448437" y="44691"/>
                </a:lnTo>
                <a:lnTo>
                  <a:pt x="511937" y="44691"/>
                </a:lnTo>
                <a:lnTo>
                  <a:pt x="511937" y="28816"/>
                </a:lnTo>
                <a:close/>
                <a:moveTo>
                  <a:pt x="599300" y="36830"/>
                </a:moveTo>
                <a:lnTo>
                  <a:pt x="585622" y="28816"/>
                </a:lnTo>
                <a:lnTo>
                  <a:pt x="540004" y="2146"/>
                </a:lnTo>
                <a:lnTo>
                  <a:pt x="536194" y="0"/>
                </a:lnTo>
                <a:lnTo>
                  <a:pt x="531368" y="1257"/>
                </a:lnTo>
                <a:lnTo>
                  <a:pt x="529082" y="5067"/>
                </a:lnTo>
                <a:lnTo>
                  <a:pt x="526923" y="8750"/>
                </a:lnTo>
                <a:lnTo>
                  <a:pt x="528193" y="13703"/>
                </a:lnTo>
                <a:lnTo>
                  <a:pt x="532003" y="15862"/>
                </a:lnTo>
                <a:lnTo>
                  <a:pt x="559562" y="31965"/>
                </a:lnTo>
                <a:lnTo>
                  <a:pt x="559562" y="41681"/>
                </a:lnTo>
                <a:lnTo>
                  <a:pt x="532003" y="57772"/>
                </a:lnTo>
                <a:lnTo>
                  <a:pt x="528193" y="59931"/>
                </a:lnTo>
                <a:lnTo>
                  <a:pt x="526923" y="64757"/>
                </a:lnTo>
                <a:lnTo>
                  <a:pt x="529082" y="68567"/>
                </a:lnTo>
                <a:lnTo>
                  <a:pt x="531368" y="72377"/>
                </a:lnTo>
                <a:lnTo>
                  <a:pt x="536194" y="73647"/>
                </a:lnTo>
                <a:lnTo>
                  <a:pt x="540004" y="71361"/>
                </a:lnTo>
                <a:lnTo>
                  <a:pt x="585787" y="44691"/>
                </a:lnTo>
                <a:lnTo>
                  <a:pt x="599300" y="36830"/>
                </a:lnTo>
                <a:close/>
                <a:moveTo>
                  <a:pt x="610616" y="429501"/>
                </a:moveTo>
                <a:lnTo>
                  <a:pt x="608330" y="425691"/>
                </a:lnTo>
                <a:lnTo>
                  <a:pt x="606171" y="421881"/>
                </a:lnTo>
                <a:lnTo>
                  <a:pt x="601345" y="420611"/>
                </a:lnTo>
                <a:lnTo>
                  <a:pt x="597535" y="422897"/>
                </a:lnTo>
                <a:lnTo>
                  <a:pt x="538099" y="457454"/>
                </a:lnTo>
                <a:lnTo>
                  <a:pt x="597535" y="492112"/>
                </a:lnTo>
                <a:lnTo>
                  <a:pt x="601345" y="494271"/>
                </a:lnTo>
                <a:lnTo>
                  <a:pt x="606171" y="493001"/>
                </a:lnTo>
                <a:lnTo>
                  <a:pt x="608330" y="489191"/>
                </a:lnTo>
                <a:lnTo>
                  <a:pt x="610616" y="485508"/>
                </a:lnTo>
                <a:lnTo>
                  <a:pt x="609346" y="480555"/>
                </a:lnTo>
                <a:lnTo>
                  <a:pt x="605536" y="478396"/>
                </a:lnTo>
                <a:lnTo>
                  <a:pt x="583349" y="465442"/>
                </a:lnTo>
                <a:lnTo>
                  <a:pt x="574675" y="460375"/>
                </a:lnTo>
                <a:lnTo>
                  <a:pt x="574675" y="454520"/>
                </a:lnTo>
                <a:lnTo>
                  <a:pt x="583133" y="449567"/>
                </a:lnTo>
                <a:lnTo>
                  <a:pt x="605536" y="436486"/>
                </a:lnTo>
                <a:lnTo>
                  <a:pt x="609346" y="434327"/>
                </a:lnTo>
                <a:lnTo>
                  <a:pt x="610616" y="429501"/>
                </a:lnTo>
                <a:close/>
                <a:moveTo>
                  <a:pt x="685800" y="449567"/>
                </a:moveTo>
                <a:lnTo>
                  <a:pt x="622300" y="449567"/>
                </a:lnTo>
                <a:lnTo>
                  <a:pt x="622300" y="465442"/>
                </a:lnTo>
                <a:lnTo>
                  <a:pt x="685800" y="465442"/>
                </a:lnTo>
                <a:lnTo>
                  <a:pt x="685800" y="449567"/>
                </a:lnTo>
                <a:close/>
                <a:moveTo>
                  <a:pt x="740537" y="791578"/>
                </a:moveTo>
                <a:lnTo>
                  <a:pt x="724662" y="791578"/>
                </a:lnTo>
                <a:lnTo>
                  <a:pt x="724662" y="855078"/>
                </a:lnTo>
                <a:lnTo>
                  <a:pt x="740537" y="855078"/>
                </a:lnTo>
                <a:lnTo>
                  <a:pt x="740537" y="791578"/>
                </a:lnTo>
                <a:close/>
                <a:moveTo>
                  <a:pt x="740537" y="680453"/>
                </a:moveTo>
                <a:lnTo>
                  <a:pt x="724662" y="680453"/>
                </a:lnTo>
                <a:lnTo>
                  <a:pt x="724662" y="743953"/>
                </a:lnTo>
                <a:lnTo>
                  <a:pt x="740537" y="743953"/>
                </a:lnTo>
                <a:lnTo>
                  <a:pt x="740537" y="680453"/>
                </a:lnTo>
                <a:close/>
                <a:moveTo>
                  <a:pt x="740537" y="569328"/>
                </a:moveTo>
                <a:lnTo>
                  <a:pt x="724662" y="569328"/>
                </a:lnTo>
                <a:lnTo>
                  <a:pt x="724662" y="632828"/>
                </a:lnTo>
                <a:lnTo>
                  <a:pt x="740537" y="632828"/>
                </a:lnTo>
                <a:lnTo>
                  <a:pt x="740537" y="569328"/>
                </a:lnTo>
                <a:close/>
                <a:moveTo>
                  <a:pt x="740537" y="458203"/>
                </a:moveTo>
                <a:lnTo>
                  <a:pt x="724662" y="458203"/>
                </a:lnTo>
                <a:lnTo>
                  <a:pt x="724662" y="521703"/>
                </a:lnTo>
                <a:lnTo>
                  <a:pt x="740537" y="521703"/>
                </a:lnTo>
                <a:lnTo>
                  <a:pt x="740537" y="458203"/>
                </a:lnTo>
                <a:close/>
                <a:moveTo>
                  <a:pt x="1014603" y="8750"/>
                </a:moveTo>
                <a:lnTo>
                  <a:pt x="1012444" y="5067"/>
                </a:lnTo>
                <a:lnTo>
                  <a:pt x="1010158" y="1257"/>
                </a:lnTo>
                <a:lnTo>
                  <a:pt x="1005332" y="0"/>
                </a:lnTo>
                <a:lnTo>
                  <a:pt x="1001522" y="2146"/>
                </a:lnTo>
                <a:lnTo>
                  <a:pt x="942213" y="36830"/>
                </a:lnTo>
                <a:lnTo>
                  <a:pt x="1001522" y="71361"/>
                </a:lnTo>
                <a:lnTo>
                  <a:pt x="1005332" y="73647"/>
                </a:lnTo>
                <a:lnTo>
                  <a:pt x="1010158" y="72377"/>
                </a:lnTo>
                <a:lnTo>
                  <a:pt x="1012444" y="68567"/>
                </a:lnTo>
                <a:lnTo>
                  <a:pt x="1014603" y="64757"/>
                </a:lnTo>
                <a:lnTo>
                  <a:pt x="1013333" y="59931"/>
                </a:lnTo>
                <a:lnTo>
                  <a:pt x="1009523" y="57772"/>
                </a:lnTo>
                <a:lnTo>
                  <a:pt x="987120" y="44691"/>
                </a:lnTo>
                <a:lnTo>
                  <a:pt x="996950" y="44691"/>
                </a:lnTo>
                <a:lnTo>
                  <a:pt x="996950" y="28816"/>
                </a:lnTo>
                <a:lnTo>
                  <a:pt x="987336" y="28816"/>
                </a:lnTo>
                <a:lnTo>
                  <a:pt x="1009523" y="15862"/>
                </a:lnTo>
                <a:lnTo>
                  <a:pt x="1013333" y="13703"/>
                </a:lnTo>
                <a:lnTo>
                  <a:pt x="1014603" y="8750"/>
                </a:lnTo>
                <a:close/>
                <a:moveTo>
                  <a:pt x="1108075" y="28816"/>
                </a:moveTo>
                <a:lnTo>
                  <a:pt x="1044575" y="28816"/>
                </a:lnTo>
                <a:lnTo>
                  <a:pt x="1044575" y="44691"/>
                </a:lnTo>
                <a:lnTo>
                  <a:pt x="1108075" y="44691"/>
                </a:lnTo>
                <a:lnTo>
                  <a:pt x="1108075" y="28816"/>
                </a:lnTo>
                <a:close/>
                <a:moveTo>
                  <a:pt x="1197737" y="336029"/>
                </a:moveTo>
                <a:lnTo>
                  <a:pt x="1181862" y="336029"/>
                </a:lnTo>
                <a:lnTo>
                  <a:pt x="1181862" y="399529"/>
                </a:lnTo>
                <a:lnTo>
                  <a:pt x="1197737" y="399529"/>
                </a:lnTo>
                <a:lnTo>
                  <a:pt x="1197737" y="336029"/>
                </a:lnTo>
                <a:close/>
                <a:moveTo>
                  <a:pt x="1197737" y="224904"/>
                </a:moveTo>
                <a:lnTo>
                  <a:pt x="1181862" y="224904"/>
                </a:lnTo>
                <a:lnTo>
                  <a:pt x="1181862" y="288404"/>
                </a:lnTo>
                <a:lnTo>
                  <a:pt x="1197737" y="288404"/>
                </a:lnTo>
                <a:lnTo>
                  <a:pt x="1197737" y="224904"/>
                </a:lnTo>
                <a:close/>
                <a:moveTo>
                  <a:pt x="1197737" y="113779"/>
                </a:moveTo>
                <a:lnTo>
                  <a:pt x="1181862" y="113779"/>
                </a:lnTo>
                <a:lnTo>
                  <a:pt x="1181862" y="177279"/>
                </a:lnTo>
                <a:lnTo>
                  <a:pt x="1197737" y="177279"/>
                </a:lnTo>
                <a:lnTo>
                  <a:pt x="1197737" y="113779"/>
                </a:lnTo>
                <a:close/>
                <a:moveTo>
                  <a:pt x="1197737" y="32372"/>
                </a:moveTo>
                <a:lnTo>
                  <a:pt x="1194308" y="28816"/>
                </a:lnTo>
                <a:lnTo>
                  <a:pt x="1155700" y="28816"/>
                </a:lnTo>
                <a:lnTo>
                  <a:pt x="1155700" y="44691"/>
                </a:lnTo>
                <a:lnTo>
                  <a:pt x="1181862" y="44691"/>
                </a:lnTo>
                <a:lnTo>
                  <a:pt x="1181862" y="66154"/>
                </a:lnTo>
                <a:lnTo>
                  <a:pt x="1197737" y="66154"/>
                </a:lnTo>
                <a:lnTo>
                  <a:pt x="1197737" y="44691"/>
                </a:lnTo>
                <a:lnTo>
                  <a:pt x="1197737" y="36817"/>
                </a:lnTo>
                <a:lnTo>
                  <a:pt x="1197737" y="32372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4" name="CustomShape 43"/>
          <p:cNvSpPr/>
          <p:nvPr/>
        </p:nvSpPr>
        <p:spPr>
          <a:xfrm>
            <a:off x="3145320" y="206532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5" name="CustomShape 44"/>
          <p:cNvSpPr/>
          <p:nvPr/>
        </p:nvSpPr>
        <p:spPr>
          <a:xfrm>
            <a:off x="3816360" y="206532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6" name="CustomShape 45"/>
          <p:cNvSpPr/>
          <p:nvPr/>
        </p:nvSpPr>
        <p:spPr>
          <a:xfrm>
            <a:off x="3526200" y="164988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7" name="CustomShape 46"/>
          <p:cNvSpPr/>
          <p:nvPr/>
        </p:nvSpPr>
        <p:spPr>
          <a:xfrm>
            <a:off x="4311360" y="164412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18" name="CustomShape 47"/>
          <p:cNvSpPr/>
          <p:nvPr/>
        </p:nvSpPr>
        <p:spPr>
          <a:xfrm>
            <a:off x="1700280" y="1365480"/>
            <a:ext cx="2243160" cy="402120"/>
          </a:xfrm>
          <a:custGeom>
            <a:avLst/>
            <a:gdLst/>
            <a:ahLst/>
            <a:rect l="l" t="t" r="r" b="b"/>
            <a:pathLst>
              <a:path w="2243454" h="402589">
                <a:moveTo>
                  <a:pt x="2243201" y="385445"/>
                </a:moveTo>
                <a:lnTo>
                  <a:pt x="2200148" y="331851"/>
                </a:lnTo>
                <a:lnTo>
                  <a:pt x="2197354" y="328422"/>
                </a:lnTo>
                <a:lnTo>
                  <a:pt x="2192401" y="327914"/>
                </a:lnTo>
                <a:lnTo>
                  <a:pt x="2188972" y="330708"/>
                </a:lnTo>
                <a:lnTo>
                  <a:pt x="2185543" y="333375"/>
                </a:lnTo>
                <a:lnTo>
                  <a:pt x="2185035" y="338467"/>
                </a:lnTo>
                <a:lnTo>
                  <a:pt x="2187702" y="341884"/>
                </a:lnTo>
                <a:lnTo>
                  <a:pt x="2203818" y="361861"/>
                </a:lnTo>
                <a:lnTo>
                  <a:pt x="1255395" y="127"/>
                </a:lnTo>
                <a:lnTo>
                  <a:pt x="1252601" y="7556"/>
                </a:lnTo>
                <a:lnTo>
                  <a:pt x="1250315" y="0"/>
                </a:lnTo>
                <a:lnTo>
                  <a:pt x="40970" y="364769"/>
                </a:lnTo>
                <a:lnTo>
                  <a:pt x="58547" y="345948"/>
                </a:lnTo>
                <a:lnTo>
                  <a:pt x="61468" y="342646"/>
                </a:lnTo>
                <a:lnTo>
                  <a:pt x="61341" y="337693"/>
                </a:lnTo>
                <a:lnTo>
                  <a:pt x="54864" y="331724"/>
                </a:lnTo>
                <a:lnTo>
                  <a:pt x="49911" y="331851"/>
                </a:lnTo>
                <a:lnTo>
                  <a:pt x="46863" y="335026"/>
                </a:lnTo>
                <a:lnTo>
                  <a:pt x="0" y="385445"/>
                </a:lnTo>
                <a:lnTo>
                  <a:pt x="71120" y="402463"/>
                </a:lnTo>
                <a:lnTo>
                  <a:pt x="75438" y="399796"/>
                </a:lnTo>
                <a:lnTo>
                  <a:pt x="76454" y="395490"/>
                </a:lnTo>
                <a:lnTo>
                  <a:pt x="77470" y="391287"/>
                </a:lnTo>
                <a:lnTo>
                  <a:pt x="75742" y="388493"/>
                </a:lnTo>
                <a:lnTo>
                  <a:pt x="74803" y="386969"/>
                </a:lnTo>
                <a:lnTo>
                  <a:pt x="45618" y="379984"/>
                </a:lnTo>
                <a:lnTo>
                  <a:pt x="1252232" y="15913"/>
                </a:lnTo>
                <a:lnTo>
                  <a:pt x="2198166" y="376732"/>
                </a:lnTo>
                <a:lnTo>
                  <a:pt x="2172843" y="380873"/>
                </a:lnTo>
                <a:lnTo>
                  <a:pt x="2168525" y="381635"/>
                </a:lnTo>
                <a:lnTo>
                  <a:pt x="2165604" y="385699"/>
                </a:lnTo>
                <a:lnTo>
                  <a:pt x="2166239" y="390017"/>
                </a:lnTo>
                <a:lnTo>
                  <a:pt x="2167001" y="394335"/>
                </a:lnTo>
                <a:lnTo>
                  <a:pt x="2171065" y="397268"/>
                </a:lnTo>
                <a:lnTo>
                  <a:pt x="2175383" y="396621"/>
                </a:lnTo>
                <a:lnTo>
                  <a:pt x="2232406" y="387223"/>
                </a:lnTo>
                <a:lnTo>
                  <a:pt x="2243201" y="38544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CustomShape 48"/>
          <p:cNvSpPr/>
          <p:nvPr/>
        </p:nvSpPr>
        <p:spPr>
          <a:xfrm>
            <a:off x="1692360" y="1278360"/>
            <a:ext cx="2259000" cy="472680"/>
          </a:xfrm>
          <a:custGeom>
            <a:avLst/>
            <a:gdLst/>
            <a:ahLst/>
            <a:rect l="l" t="t" r="r" b="b"/>
            <a:pathLst>
              <a:path w="2259329" h="473075">
                <a:moveTo>
                  <a:pt x="15875" y="409194"/>
                </a:moveTo>
                <a:lnTo>
                  <a:pt x="0" y="409194"/>
                </a:lnTo>
                <a:lnTo>
                  <a:pt x="0" y="472694"/>
                </a:lnTo>
                <a:lnTo>
                  <a:pt x="15875" y="472694"/>
                </a:lnTo>
                <a:lnTo>
                  <a:pt x="15875" y="409194"/>
                </a:lnTo>
                <a:close/>
                <a:moveTo>
                  <a:pt x="15875" y="298069"/>
                </a:moveTo>
                <a:lnTo>
                  <a:pt x="0" y="298069"/>
                </a:lnTo>
                <a:lnTo>
                  <a:pt x="0" y="361569"/>
                </a:lnTo>
                <a:lnTo>
                  <a:pt x="15875" y="361569"/>
                </a:lnTo>
                <a:lnTo>
                  <a:pt x="15875" y="298069"/>
                </a:lnTo>
                <a:close/>
                <a:moveTo>
                  <a:pt x="15875" y="186944"/>
                </a:moveTo>
                <a:lnTo>
                  <a:pt x="0" y="186944"/>
                </a:lnTo>
                <a:lnTo>
                  <a:pt x="0" y="250444"/>
                </a:lnTo>
                <a:lnTo>
                  <a:pt x="15875" y="250444"/>
                </a:lnTo>
                <a:lnTo>
                  <a:pt x="15875" y="186944"/>
                </a:lnTo>
                <a:close/>
                <a:moveTo>
                  <a:pt x="15875" y="75819"/>
                </a:moveTo>
                <a:lnTo>
                  <a:pt x="0" y="75819"/>
                </a:lnTo>
                <a:lnTo>
                  <a:pt x="0" y="139319"/>
                </a:lnTo>
                <a:lnTo>
                  <a:pt x="15875" y="139319"/>
                </a:lnTo>
                <a:lnTo>
                  <a:pt x="15875" y="75819"/>
                </a:lnTo>
                <a:close/>
                <a:moveTo>
                  <a:pt x="80137" y="28956"/>
                </a:moveTo>
                <a:lnTo>
                  <a:pt x="16637" y="28956"/>
                </a:lnTo>
                <a:lnTo>
                  <a:pt x="16637" y="44831"/>
                </a:lnTo>
                <a:lnTo>
                  <a:pt x="80137" y="44831"/>
                </a:lnTo>
                <a:lnTo>
                  <a:pt x="80137" y="28956"/>
                </a:lnTo>
                <a:close/>
                <a:moveTo>
                  <a:pt x="191262" y="28956"/>
                </a:moveTo>
                <a:lnTo>
                  <a:pt x="127762" y="28956"/>
                </a:lnTo>
                <a:lnTo>
                  <a:pt x="127762" y="44831"/>
                </a:lnTo>
                <a:lnTo>
                  <a:pt x="191262" y="44831"/>
                </a:lnTo>
                <a:lnTo>
                  <a:pt x="191262" y="28956"/>
                </a:lnTo>
                <a:close/>
                <a:moveTo>
                  <a:pt x="302387" y="28956"/>
                </a:moveTo>
                <a:lnTo>
                  <a:pt x="238887" y="28956"/>
                </a:lnTo>
                <a:lnTo>
                  <a:pt x="238887" y="44831"/>
                </a:lnTo>
                <a:lnTo>
                  <a:pt x="302387" y="44831"/>
                </a:lnTo>
                <a:lnTo>
                  <a:pt x="302387" y="28956"/>
                </a:lnTo>
                <a:close/>
                <a:moveTo>
                  <a:pt x="413512" y="28956"/>
                </a:moveTo>
                <a:lnTo>
                  <a:pt x="350012" y="28956"/>
                </a:lnTo>
                <a:lnTo>
                  <a:pt x="350012" y="44831"/>
                </a:lnTo>
                <a:lnTo>
                  <a:pt x="413512" y="44831"/>
                </a:lnTo>
                <a:lnTo>
                  <a:pt x="413512" y="28956"/>
                </a:lnTo>
                <a:close/>
                <a:moveTo>
                  <a:pt x="524637" y="28956"/>
                </a:moveTo>
                <a:lnTo>
                  <a:pt x="461137" y="28956"/>
                </a:lnTo>
                <a:lnTo>
                  <a:pt x="461137" y="44831"/>
                </a:lnTo>
                <a:lnTo>
                  <a:pt x="524637" y="44831"/>
                </a:lnTo>
                <a:lnTo>
                  <a:pt x="524637" y="28956"/>
                </a:lnTo>
                <a:close/>
                <a:moveTo>
                  <a:pt x="635762" y="28956"/>
                </a:moveTo>
                <a:lnTo>
                  <a:pt x="572262" y="28956"/>
                </a:lnTo>
                <a:lnTo>
                  <a:pt x="572262" y="44831"/>
                </a:lnTo>
                <a:lnTo>
                  <a:pt x="635762" y="44831"/>
                </a:lnTo>
                <a:lnTo>
                  <a:pt x="635762" y="28956"/>
                </a:lnTo>
                <a:close/>
                <a:moveTo>
                  <a:pt x="746887" y="28956"/>
                </a:moveTo>
                <a:lnTo>
                  <a:pt x="683387" y="28956"/>
                </a:lnTo>
                <a:lnTo>
                  <a:pt x="683387" y="44831"/>
                </a:lnTo>
                <a:lnTo>
                  <a:pt x="746887" y="44831"/>
                </a:lnTo>
                <a:lnTo>
                  <a:pt x="746887" y="28956"/>
                </a:lnTo>
                <a:close/>
                <a:moveTo>
                  <a:pt x="858012" y="28956"/>
                </a:moveTo>
                <a:lnTo>
                  <a:pt x="794512" y="28956"/>
                </a:lnTo>
                <a:lnTo>
                  <a:pt x="794512" y="44831"/>
                </a:lnTo>
                <a:lnTo>
                  <a:pt x="858012" y="44831"/>
                </a:lnTo>
                <a:lnTo>
                  <a:pt x="858012" y="28956"/>
                </a:lnTo>
                <a:close/>
                <a:moveTo>
                  <a:pt x="969137" y="28956"/>
                </a:moveTo>
                <a:lnTo>
                  <a:pt x="905637" y="28956"/>
                </a:lnTo>
                <a:lnTo>
                  <a:pt x="905637" y="44831"/>
                </a:lnTo>
                <a:lnTo>
                  <a:pt x="969137" y="44831"/>
                </a:lnTo>
                <a:lnTo>
                  <a:pt x="969137" y="28956"/>
                </a:lnTo>
                <a:close/>
                <a:moveTo>
                  <a:pt x="1089025" y="36830"/>
                </a:moveTo>
                <a:lnTo>
                  <a:pt x="1075499" y="28956"/>
                </a:lnTo>
                <a:lnTo>
                  <a:pt x="1029716" y="2286"/>
                </a:lnTo>
                <a:lnTo>
                  <a:pt x="1025906" y="0"/>
                </a:lnTo>
                <a:lnTo>
                  <a:pt x="1021080" y="1270"/>
                </a:lnTo>
                <a:lnTo>
                  <a:pt x="1018794" y="5080"/>
                </a:lnTo>
                <a:lnTo>
                  <a:pt x="1016635" y="8890"/>
                </a:lnTo>
                <a:lnTo>
                  <a:pt x="1017905" y="13716"/>
                </a:lnTo>
                <a:lnTo>
                  <a:pt x="1021715" y="15875"/>
                </a:lnTo>
                <a:lnTo>
                  <a:pt x="1044105" y="28956"/>
                </a:lnTo>
                <a:lnTo>
                  <a:pt x="1016762" y="28956"/>
                </a:lnTo>
                <a:lnTo>
                  <a:pt x="1016762" y="44831"/>
                </a:lnTo>
                <a:lnTo>
                  <a:pt x="1043889" y="44831"/>
                </a:lnTo>
                <a:lnTo>
                  <a:pt x="1021715" y="57785"/>
                </a:lnTo>
                <a:lnTo>
                  <a:pt x="1017905" y="59944"/>
                </a:lnTo>
                <a:lnTo>
                  <a:pt x="1016635" y="64897"/>
                </a:lnTo>
                <a:lnTo>
                  <a:pt x="1018794" y="68580"/>
                </a:lnTo>
                <a:lnTo>
                  <a:pt x="1021080" y="72390"/>
                </a:lnTo>
                <a:lnTo>
                  <a:pt x="1025906" y="73660"/>
                </a:lnTo>
                <a:lnTo>
                  <a:pt x="1029716" y="71501"/>
                </a:lnTo>
                <a:lnTo>
                  <a:pt x="1075334" y="44831"/>
                </a:lnTo>
                <a:lnTo>
                  <a:pt x="1089025" y="36830"/>
                </a:lnTo>
                <a:close/>
                <a:moveTo>
                  <a:pt x="1504315" y="8890"/>
                </a:moveTo>
                <a:lnTo>
                  <a:pt x="1502156" y="5080"/>
                </a:lnTo>
                <a:lnTo>
                  <a:pt x="1499870" y="1270"/>
                </a:lnTo>
                <a:lnTo>
                  <a:pt x="1495044" y="0"/>
                </a:lnTo>
                <a:lnTo>
                  <a:pt x="1491234" y="2286"/>
                </a:lnTo>
                <a:lnTo>
                  <a:pt x="1431925" y="36830"/>
                </a:lnTo>
                <a:lnTo>
                  <a:pt x="1491234" y="71501"/>
                </a:lnTo>
                <a:lnTo>
                  <a:pt x="1495044" y="73660"/>
                </a:lnTo>
                <a:lnTo>
                  <a:pt x="1499870" y="72390"/>
                </a:lnTo>
                <a:lnTo>
                  <a:pt x="1502156" y="68580"/>
                </a:lnTo>
                <a:lnTo>
                  <a:pt x="1504315" y="64897"/>
                </a:lnTo>
                <a:lnTo>
                  <a:pt x="1503045" y="59944"/>
                </a:lnTo>
                <a:lnTo>
                  <a:pt x="1499235" y="57785"/>
                </a:lnTo>
                <a:lnTo>
                  <a:pt x="1477048" y="44831"/>
                </a:lnTo>
                <a:lnTo>
                  <a:pt x="1464437" y="37465"/>
                </a:lnTo>
                <a:lnTo>
                  <a:pt x="1464437" y="36207"/>
                </a:lnTo>
                <a:lnTo>
                  <a:pt x="1476832" y="28956"/>
                </a:lnTo>
                <a:lnTo>
                  <a:pt x="1499235" y="15875"/>
                </a:lnTo>
                <a:lnTo>
                  <a:pt x="1503045" y="13716"/>
                </a:lnTo>
                <a:lnTo>
                  <a:pt x="1504315" y="8890"/>
                </a:lnTo>
                <a:close/>
                <a:moveTo>
                  <a:pt x="1575562" y="28956"/>
                </a:moveTo>
                <a:lnTo>
                  <a:pt x="1512062" y="28956"/>
                </a:lnTo>
                <a:lnTo>
                  <a:pt x="1512062" y="44831"/>
                </a:lnTo>
                <a:lnTo>
                  <a:pt x="1575562" y="44831"/>
                </a:lnTo>
                <a:lnTo>
                  <a:pt x="1575562" y="28956"/>
                </a:lnTo>
                <a:close/>
                <a:moveTo>
                  <a:pt x="1686687" y="28956"/>
                </a:moveTo>
                <a:lnTo>
                  <a:pt x="1623187" y="28956"/>
                </a:lnTo>
                <a:lnTo>
                  <a:pt x="1623187" y="44831"/>
                </a:lnTo>
                <a:lnTo>
                  <a:pt x="1686687" y="44831"/>
                </a:lnTo>
                <a:lnTo>
                  <a:pt x="1686687" y="28956"/>
                </a:lnTo>
                <a:close/>
                <a:moveTo>
                  <a:pt x="1797812" y="28956"/>
                </a:moveTo>
                <a:lnTo>
                  <a:pt x="1734312" y="28956"/>
                </a:lnTo>
                <a:lnTo>
                  <a:pt x="1734312" y="44831"/>
                </a:lnTo>
                <a:lnTo>
                  <a:pt x="1797812" y="44831"/>
                </a:lnTo>
                <a:lnTo>
                  <a:pt x="1797812" y="28956"/>
                </a:lnTo>
                <a:close/>
                <a:moveTo>
                  <a:pt x="1908937" y="28956"/>
                </a:moveTo>
                <a:lnTo>
                  <a:pt x="1845437" y="28956"/>
                </a:lnTo>
                <a:lnTo>
                  <a:pt x="1845437" y="44831"/>
                </a:lnTo>
                <a:lnTo>
                  <a:pt x="1908937" y="44831"/>
                </a:lnTo>
                <a:lnTo>
                  <a:pt x="1908937" y="28956"/>
                </a:lnTo>
                <a:close/>
                <a:moveTo>
                  <a:pt x="2020062" y="28956"/>
                </a:moveTo>
                <a:lnTo>
                  <a:pt x="1956562" y="28956"/>
                </a:lnTo>
                <a:lnTo>
                  <a:pt x="1956562" y="44831"/>
                </a:lnTo>
                <a:lnTo>
                  <a:pt x="2020062" y="44831"/>
                </a:lnTo>
                <a:lnTo>
                  <a:pt x="2020062" y="28956"/>
                </a:lnTo>
                <a:close/>
                <a:moveTo>
                  <a:pt x="2131187" y="28956"/>
                </a:moveTo>
                <a:lnTo>
                  <a:pt x="2067687" y="28956"/>
                </a:lnTo>
                <a:lnTo>
                  <a:pt x="2067687" y="44831"/>
                </a:lnTo>
                <a:lnTo>
                  <a:pt x="2131187" y="44831"/>
                </a:lnTo>
                <a:lnTo>
                  <a:pt x="2131187" y="28956"/>
                </a:lnTo>
                <a:close/>
                <a:moveTo>
                  <a:pt x="2242312" y="28956"/>
                </a:moveTo>
                <a:lnTo>
                  <a:pt x="2178812" y="28956"/>
                </a:lnTo>
                <a:lnTo>
                  <a:pt x="2178812" y="44831"/>
                </a:lnTo>
                <a:lnTo>
                  <a:pt x="2242312" y="44831"/>
                </a:lnTo>
                <a:lnTo>
                  <a:pt x="2242312" y="28956"/>
                </a:lnTo>
                <a:close/>
                <a:moveTo>
                  <a:pt x="2258949" y="409194"/>
                </a:moveTo>
                <a:lnTo>
                  <a:pt x="2243074" y="409194"/>
                </a:lnTo>
                <a:lnTo>
                  <a:pt x="2243074" y="472694"/>
                </a:lnTo>
                <a:lnTo>
                  <a:pt x="2258949" y="472567"/>
                </a:lnTo>
                <a:lnTo>
                  <a:pt x="2258949" y="409194"/>
                </a:lnTo>
                <a:close/>
                <a:moveTo>
                  <a:pt x="2258949" y="298069"/>
                </a:moveTo>
                <a:lnTo>
                  <a:pt x="2243074" y="298069"/>
                </a:lnTo>
                <a:lnTo>
                  <a:pt x="2243074" y="361569"/>
                </a:lnTo>
                <a:lnTo>
                  <a:pt x="2258949" y="361569"/>
                </a:lnTo>
                <a:lnTo>
                  <a:pt x="2258949" y="298069"/>
                </a:lnTo>
                <a:close/>
                <a:moveTo>
                  <a:pt x="2258949" y="186944"/>
                </a:moveTo>
                <a:lnTo>
                  <a:pt x="2243074" y="186944"/>
                </a:lnTo>
                <a:lnTo>
                  <a:pt x="2243074" y="250444"/>
                </a:lnTo>
                <a:lnTo>
                  <a:pt x="2258949" y="250444"/>
                </a:lnTo>
                <a:lnTo>
                  <a:pt x="2258949" y="186944"/>
                </a:lnTo>
                <a:close/>
                <a:moveTo>
                  <a:pt x="2258949" y="75819"/>
                </a:moveTo>
                <a:lnTo>
                  <a:pt x="2243074" y="75819"/>
                </a:lnTo>
                <a:lnTo>
                  <a:pt x="2243074" y="139319"/>
                </a:lnTo>
                <a:lnTo>
                  <a:pt x="2258949" y="139319"/>
                </a:lnTo>
                <a:lnTo>
                  <a:pt x="2258949" y="75819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CustomShape 49"/>
          <p:cNvSpPr/>
          <p:nvPr/>
        </p:nvSpPr>
        <p:spPr>
          <a:xfrm>
            <a:off x="3850560" y="115200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2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1" name="CustomShape 50"/>
          <p:cNvSpPr/>
          <p:nvPr/>
        </p:nvSpPr>
        <p:spPr>
          <a:xfrm>
            <a:off x="1701000" y="1150200"/>
            <a:ext cx="8928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3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2" name="CustomShape 51"/>
          <p:cNvSpPr/>
          <p:nvPr/>
        </p:nvSpPr>
        <p:spPr>
          <a:xfrm>
            <a:off x="2948040" y="1685880"/>
            <a:ext cx="1599840" cy="1142640"/>
          </a:xfrm>
          <a:custGeom>
            <a:avLst/>
            <a:gdLst/>
            <a:ahLst/>
            <a:rect l="l" t="t" r="r" b="b"/>
            <a:pathLst>
              <a:path w="1600200" h="1143000">
                <a:moveTo>
                  <a:pt x="0" y="190500"/>
                </a:moveTo>
                <a:lnTo>
                  <a:pt x="5034" y="146837"/>
                </a:lnTo>
                <a:lnTo>
                  <a:pt x="19375" y="106746"/>
                </a:lnTo>
                <a:lnTo>
                  <a:pt x="41877" y="71374"/>
                </a:lnTo>
                <a:lnTo>
                  <a:pt x="71398" y="41867"/>
                </a:lnTo>
                <a:lnTo>
                  <a:pt x="106792" y="19372"/>
                </a:lnTo>
                <a:lnTo>
                  <a:pt x="146917" y="5034"/>
                </a:lnTo>
                <a:lnTo>
                  <a:pt x="190626" y="0"/>
                </a:lnTo>
                <a:lnTo>
                  <a:pt x="1409700" y="0"/>
                </a:lnTo>
                <a:lnTo>
                  <a:pt x="1453402" y="5034"/>
                </a:lnTo>
                <a:lnTo>
                  <a:pt x="1493508" y="19372"/>
                </a:lnTo>
                <a:lnTo>
                  <a:pt x="1528878" y="41867"/>
                </a:lnTo>
                <a:lnTo>
                  <a:pt x="1558372" y="71374"/>
                </a:lnTo>
                <a:lnTo>
                  <a:pt x="1580850" y="106746"/>
                </a:lnTo>
                <a:lnTo>
                  <a:pt x="1595172" y="146837"/>
                </a:lnTo>
                <a:lnTo>
                  <a:pt x="1600200" y="190500"/>
                </a:lnTo>
                <a:lnTo>
                  <a:pt x="1600200" y="952500"/>
                </a:lnTo>
                <a:lnTo>
                  <a:pt x="1595172" y="996162"/>
                </a:lnTo>
                <a:lnTo>
                  <a:pt x="1580850" y="1036253"/>
                </a:lnTo>
                <a:lnTo>
                  <a:pt x="1558372" y="1071625"/>
                </a:lnTo>
                <a:lnTo>
                  <a:pt x="1528878" y="1101132"/>
                </a:lnTo>
                <a:lnTo>
                  <a:pt x="1493508" y="1123627"/>
                </a:lnTo>
                <a:lnTo>
                  <a:pt x="1453402" y="1137965"/>
                </a:lnTo>
                <a:lnTo>
                  <a:pt x="1409700" y="1143000"/>
                </a:lnTo>
                <a:lnTo>
                  <a:pt x="190626" y="1143000"/>
                </a:lnTo>
                <a:lnTo>
                  <a:pt x="146917" y="1137965"/>
                </a:lnTo>
                <a:lnTo>
                  <a:pt x="106792" y="1123627"/>
                </a:lnTo>
                <a:lnTo>
                  <a:pt x="71398" y="1101132"/>
                </a:lnTo>
                <a:lnTo>
                  <a:pt x="41877" y="1071625"/>
                </a:lnTo>
                <a:lnTo>
                  <a:pt x="19375" y="1036253"/>
                </a:lnTo>
                <a:lnTo>
                  <a:pt x="5034" y="996162"/>
                </a:lnTo>
                <a:lnTo>
                  <a:pt x="0" y="952500"/>
                </a:lnTo>
                <a:lnTo>
                  <a:pt x="0" y="190500"/>
                </a:lnTo>
                <a:close/>
              </a:path>
            </a:pathLst>
          </a:custGeom>
          <a:noFill/>
          <a:ln cap="rnd" w="28440">
            <a:solidFill>
              <a:srgbClr val="00ff00"/>
            </a:solidFill>
            <a:custDash>
              <a:ds d="300000" sp="100000"/>
            </a:custDash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CustomShape 52"/>
          <p:cNvSpPr/>
          <p:nvPr/>
        </p:nvSpPr>
        <p:spPr>
          <a:xfrm>
            <a:off x="3705480" y="2169000"/>
            <a:ext cx="86760" cy="150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2600">
              <a:lnSpc>
                <a:spcPct val="100000"/>
              </a:lnSpc>
            </a:pPr>
            <a:r>
              <a:rPr b="0" lang="pt-BR" sz="900" spc="-49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4" name="CustomShape 53"/>
          <p:cNvSpPr/>
          <p:nvPr/>
        </p:nvSpPr>
        <p:spPr>
          <a:xfrm>
            <a:off x="38160" y="2104920"/>
            <a:ext cx="1638000" cy="1171080"/>
          </a:xfrm>
          <a:custGeom>
            <a:avLst/>
            <a:gdLst/>
            <a:ahLst/>
            <a:rect l="l" t="t" r="r" b="b"/>
            <a:pathLst>
              <a:path w="1638300" h="1171575">
                <a:moveTo>
                  <a:pt x="0" y="195325"/>
                </a:moveTo>
                <a:lnTo>
                  <a:pt x="5157" y="150516"/>
                </a:lnTo>
                <a:lnTo>
                  <a:pt x="19849" y="109394"/>
                </a:lnTo>
                <a:lnTo>
                  <a:pt x="42903" y="73128"/>
                </a:lnTo>
                <a:lnTo>
                  <a:pt x="73149" y="42887"/>
                </a:lnTo>
                <a:lnTo>
                  <a:pt x="109416" y="19840"/>
                </a:lnTo>
                <a:lnTo>
                  <a:pt x="150532" y="5154"/>
                </a:lnTo>
                <a:lnTo>
                  <a:pt x="195325" y="0"/>
                </a:lnTo>
                <a:lnTo>
                  <a:pt x="1442974" y="0"/>
                </a:lnTo>
                <a:lnTo>
                  <a:pt x="1487783" y="5154"/>
                </a:lnTo>
                <a:lnTo>
                  <a:pt x="1528905" y="19840"/>
                </a:lnTo>
                <a:lnTo>
                  <a:pt x="1565171" y="42887"/>
                </a:lnTo>
                <a:lnTo>
                  <a:pt x="1595412" y="73128"/>
                </a:lnTo>
                <a:lnTo>
                  <a:pt x="1618459" y="109394"/>
                </a:lnTo>
                <a:lnTo>
                  <a:pt x="1633145" y="150516"/>
                </a:lnTo>
                <a:lnTo>
                  <a:pt x="1638300" y="195325"/>
                </a:lnTo>
                <a:lnTo>
                  <a:pt x="1638300" y="976249"/>
                </a:lnTo>
                <a:lnTo>
                  <a:pt x="1633145" y="1021058"/>
                </a:lnTo>
                <a:lnTo>
                  <a:pt x="1618459" y="1062180"/>
                </a:lnTo>
                <a:lnTo>
                  <a:pt x="1595412" y="1098446"/>
                </a:lnTo>
                <a:lnTo>
                  <a:pt x="1565171" y="1128687"/>
                </a:lnTo>
                <a:lnTo>
                  <a:pt x="1528905" y="1151734"/>
                </a:lnTo>
                <a:lnTo>
                  <a:pt x="1487783" y="1166420"/>
                </a:lnTo>
                <a:lnTo>
                  <a:pt x="1442974" y="1171575"/>
                </a:lnTo>
                <a:lnTo>
                  <a:pt x="195325" y="1171575"/>
                </a:lnTo>
                <a:lnTo>
                  <a:pt x="150532" y="1166420"/>
                </a:lnTo>
                <a:lnTo>
                  <a:pt x="109416" y="1151734"/>
                </a:lnTo>
                <a:lnTo>
                  <a:pt x="73149" y="1128687"/>
                </a:lnTo>
                <a:lnTo>
                  <a:pt x="42903" y="1098446"/>
                </a:lnTo>
                <a:lnTo>
                  <a:pt x="19849" y="1062180"/>
                </a:lnTo>
                <a:lnTo>
                  <a:pt x="5157" y="1021058"/>
                </a:lnTo>
                <a:lnTo>
                  <a:pt x="0" y="976249"/>
                </a:lnTo>
                <a:lnTo>
                  <a:pt x="0" y="195325"/>
                </a:lnTo>
                <a:close/>
              </a:path>
            </a:pathLst>
          </a:custGeom>
          <a:noFill/>
          <a:ln cap="rnd" w="28440">
            <a:solidFill>
              <a:srgbClr val="00ff00"/>
            </a:solidFill>
            <a:custDash>
              <a:ds d="300000" sp="100000"/>
            </a:custDash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5" name="CustomShape 54"/>
          <p:cNvSpPr/>
          <p:nvPr/>
        </p:nvSpPr>
        <p:spPr>
          <a:xfrm>
            <a:off x="814680" y="2520720"/>
            <a:ext cx="178560" cy="286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02240">
              <a:lnSpc>
                <a:spcPts val="303"/>
              </a:lnSpc>
            </a:pPr>
            <a:r>
              <a:rPr b="1" lang="pt-BR" sz="900" spc="-4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2600">
              <a:lnSpc>
                <a:spcPts val="303"/>
              </a:lnSpc>
            </a:pPr>
            <a:r>
              <a:rPr b="0" lang="pt-BR" sz="900" spc="-49" strike="noStrike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0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69" dur="indefinite" restart="never" nodeType="tmRoot">
          <p:childTnLst>
            <p:seq>
              <p:cTn id="70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Fibonacci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27" name="CustomShape 2"/>
          <p:cNvSpPr/>
          <p:nvPr/>
        </p:nvSpPr>
        <p:spPr>
          <a:xfrm>
            <a:off x="261720" y="926280"/>
            <a:ext cx="1755360" cy="473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Comparação</a:t>
            </a:r>
            <a:r>
              <a:rPr b="0" lang="pt-BR" sz="13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300" spc="10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tempo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Execução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8" name="CustomShape 3"/>
          <p:cNvSpPr/>
          <p:nvPr/>
        </p:nvSpPr>
        <p:spPr>
          <a:xfrm>
            <a:off x="458640" y="2301840"/>
            <a:ext cx="501840" cy="195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/>
          <a:p>
            <a:pPr marL="1346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Saída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29" name="object 6" descr=""/>
          <p:cNvPicPr/>
          <p:nvPr/>
        </p:nvPicPr>
        <p:blipFill>
          <a:blip r:embed="rId1"/>
          <a:stretch/>
        </p:blipFill>
        <p:spPr>
          <a:xfrm>
            <a:off x="1028880" y="1447920"/>
            <a:ext cx="2358000" cy="875880"/>
          </a:xfrm>
          <a:prstGeom prst="rect">
            <a:avLst/>
          </a:prstGeom>
          <a:ln>
            <a:noFill/>
          </a:ln>
        </p:spPr>
      </p:pic>
      <p:pic>
        <p:nvPicPr>
          <p:cNvPr id="330" name="" descr=""/>
          <p:cNvPicPr/>
          <p:nvPr/>
        </p:nvPicPr>
        <p:blipFill>
          <a:blip r:embed="rId2"/>
          <a:stretch/>
        </p:blipFill>
        <p:spPr>
          <a:xfrm>
            <a:off x="1008000" y="2592000"/>
            <a:ext cx="2376000" cy="595800"/>
          </a:xfrm>
          <a:prstGeom prst="rect">
            <a:avLst/>
          </a:prstGeom>
          <a:ln>
            <a:noFill/>
          </a:ln>
        </p:spPr>
      </p:pic>
    </p:spTree>
  </p:cSld>
  <p:timing>
    <p:tnLst>
      <p:par>
        <p:cTn id="71" dur="indefinite" restart="never" nodeType="tmRoot">
          <p:childTnLst>
            <p:seq>
              <p:cTn id="7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object 3" descr=""/>
          <p:cNvPicPr/>
          <p:nvPr/>
        </p:nvPicPr>
        <p:blipFill>
          <a:blip r:embed="rId1"/>
          <a:stretch/>
        </p:blipFill>
        <p:spPr>
          <a:xfrm>
            <a:off x="0" y="0"/>
            <a:ext cx="4571640" cy="3428640"/>
          </a:xfrm>
          <a:prstGeom prst="rect">
            <a:avLst/>
          </a:prstGeom>
          <a:ln>
            <a:noFill/>
          </a:ln>
        </p:spPr>
      </p:pic>
      <p:pic>
        <p:nvPicPr>
          <p:cNvPr id="332" name="object 4" descr=""/>
          <p:cNvPicPr/>
          <p:nvPr/>
        </p:nvPicPr>
        <p:blipFill>
          <a:blip r:embed="rId2"/>
          <a:stretch/>
        </p:blipFill>
        <p:spPr>
          <a:xfrm>
            <a:off x="-360" y="0"/>
            <a:ext cx="4572360" cy="509760"/>
          </a:xfrm>
          <a:prstGeom prst="rect">
            <a:avLst/>
          </a:prstGeom>
          <a:ln>
            <a:noFill/>
          </a:ln>
        </p:spPr>
      </p:pic>
      <p:sp>
        <p:nvSpPr>
          <p:cNvPr id="333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Material</a:t>
            </a:r>
            <a:r>
              <a:rPr b="0" lang="pt-BR" sz="2500" spc="-13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Complementar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34" name="CustomShape 2"/>
          <p:cNvSpPr/>
          <p:nvPr/>
        </p:nvSpPr>
        <p:spPr>
          <a:xfrm>
            <a:off x="261720" y="925560"/>
            <a:ext cx="2672280" cy="1569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Vídeo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Aulas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Aula</a:t>
            </a:r>
            <a:r>
              <a:rPr b="0" lang="pt-BR" sz="1200" spc="3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28</a:t>
            </a:r>
            <a:r>
              <a:rPr b="0" lang="pt-BR" sz="1200" spc="7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-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Função:</a:t>
            </a:r>
            <a:r>
              <a:rPr b="0" lang="pt-BR" sz="1200" spc="2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definição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3"/>
              </a:rPr>
              <a:t>https://youtu.be/JiltwM2iqJE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Aula</a:t>
            </a:r>
            <a:r>
              <a:rPr b="0" lang="pt-BR" sz="1200" spc="3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29</a:t>
            </a:r>
            <a:r>
              <a:rPr b="0" lang="pt-BR" sz="1200" spc="7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-</a:t>
            </a:r>
            <a:r>
              <a:rPr b="0" lang="pt-BR" sz="1200" spc="6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Função:</a:t>
            </a:r>
            <a:r>
              <a:rPr b="0" lang="pt-BR" sz="1200" spc="2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declaração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4"/>
              </a:rPr>
              <a:t>https://youtu.be/yhC4MAqHBPw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Aula</a:t>
            </a:r>
            <a:r>
              <a:rPr b="0" lang="pt-BR" sz="1200" spc="2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30</a:t>
            </a:r>
            <a:r>
              <a:rPr b="0" lang="pt-BR" sz="1200" spc="4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-</a:t>
            </a:r>
            <a:r>
              <a:rPr b="0" lang="pt-BR" sz="1200" spc="5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Função:</a:t>
            </a:r>
            <a:r>
              <a:rPr b="0" lang="pt-BR" sz="1200" spc="1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variáveis</a:t>
            </a:r>
            <a:r>
              <a:rPr b="0" lang="pt-BR" sz="1200" spc="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e</a:t>
            </a:r>
            <a:r>
              <a:rPr b="0" lang="pt-BR" sz="1200" spc="-1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escopo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5"/>
              </a:rPr>
              <a:t>https://youtu.be/egIV7E7KvdI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73" dur="indefinite" restart="never" nodeType="tmRoot">
          <p:childTnLst>
            <p:seq>
              <p:cTn id="74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Shape 1"/>
          <p:cNvSpPr txBox="1"/>
          <p:nvPr/>
        </p:nvSpPr>
        <p:spPr>
          <a:xfrm>
            <a:off x="216000" y="510120"/>
            <a:ext cx="3812040" cy="584640"/>
          </a:xfrm>
          <a:prstGeom prst="rect">
            <a:avLst/>
          </a:prstGeom>
          <a:noFill/>
          <a:ln>
            <a:noFill/>
          </a:ln>
        </p:spPr>
        <p:txBody>
          <a:bodyPr lIns="0" rIns="0" tIns="12240" bIns="0"/>
          <a:p>
            <a:pPr marL="12600">
              <a:lnSpc>
                <a:spcPct val="100000"/>
              </a:lnSpc>
            </a:pPr>
            <a:r>
              <a:rPr b="0" lang="pt-BR" sz="2500" spc="-1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Material</a:t>
            </a:r>
            <a:r>
              <a:rPr b="0" lang="pt-BR" sz="2500" spc="-134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  <a:r>
              <a:rPr b="0" lang="pt-BR" sz="2500" spc="-9" strike="noStrike">
                <a:solidFill>
                  <a:srgbClr val="04607a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Complementar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336" name="CustomShape 2"/>
          <p:cNvSpPr/>
          <p:nvPr/>
        </p:nvSpPr>
        <p:spPr>
          <a:xfrm>
            <a:off x="261720" y="926280"/>
            <a:ext cx="3093840" cy="1569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4000" bIns="0"/>
          <a:p>
            <a:pPr marL="149760" indent="-139320">
              <a:lnSpc>
                <a:spcPct val="100000"/>
              </a:lnSpc>
              <a:buClr>
                <a:srgbClr val="0ad0d9"/>
              </a:buClr>
              <a:buSzPct val="92000"/>
              <a:buFont typeface="DejaVu Sans"/>
              <a:buChar char="⚫"/>
            </a:pPr>
            <a:r>
              <a:rPr b="0" lang="pt-BR" sz="13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Vídeo</a:t>
            </a:r>
            <a:r>
              <a:rPr b="0" lang="pt-BR" sz="1300" spc="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3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Aulas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Aula</a:t>
            </a:r>
            <a:r>
              <a:rPr b="0" lang="pt-BR" sz="1200" spc="6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43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31</a:t>
            </a:r>
            <a:r>
              <a:rPr b="0" lang="pt-BR" sz="1200" spc="97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-</a:t>
            </a:r>
            <a:r>
              <a:rPr b="0" lang="pt-BR" sz="1200" spc="94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Função:</a:t>
            </a:r>
            <a:r>
              <a:rPr b="0" lang="pt-BR" sz="1200" spc="6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passagem</a:t>
            </a:r>
            <a:r>
              <a:rPr b="0" lang="pt-BR" sz="1200" spc="38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52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de</a:t>
            </a:r>
            <a:r>
              <a:rPr b="0" lang="pt-BR" sz="1200" spc="2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parâmetros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1"/>
              </a:rPr>
              <a:t>https://youtu.be/JFpodcSZsHw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Aula</a:t>
            </a:r>
            <a:r>
              <a:rPr b="0" lang="pt-BR" sz="1200" spc="9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32</a:t>
            </a:r>
            <a:r>
              <a:rPr b="0" lang="pt-BR" sz="1200" spc="14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-</a:t>
            </a:r>
            <a:r>
              <a:rPr b="0" lang="pt-BR" sz="1200" spc="13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Função:</a:t>
            </a:r>
            <a:r>
              <a:rPr b="0" lang="pt-BR" sz="1200" spc="12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recursão</a:t>
            </a:r>
            <a:r>
              <a:rPr b="0" lang="pt-BR" sz="1200" spc="11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(parte</a:t>
            </a:r>
            <a:r>
              <a:rPr b="0" lang="pt-BR" sz="1200" spc="8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1)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4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2"/>
              </a:rPr>
              <a:t>https://youtu.be/O</a:t>
            </a:r>
            <a:r>
              <a:rPr b="0" lang="pt-BR" sz="1200" spc="-9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3"/>
              </a:rPr>
              <a:t>z52PzkfY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Aula</a:t>
            </a:r>
            <a:r>
              <a:rPr b="0" lang="pt-BR" sz="1200" spc="58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4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33</a:t>
            </a:r>
            <a:r>
              <a:rPr b="0" lang="pt-BR" sz="1200" spc="97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-</a:t>
            </a:r>
            <a:r>
              <a:rPr b="0" lang="pt-BR" sz="1200" spc="7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Função:</a:t>
            </a:r>
            <a:r>
              <a:rPr b="0" lang="pt-BR" sz="1200" spc="8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1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recursão</a:t>
            </a:r>
            <a:r>
              <a:rPr b="0" lang="pt-BR" sz="1200" spc="72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49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(parte</a:t>
            </a:r>
            <a:r>
              <a:rPr b="0" lang="pt-BR" sz="1200" spc="43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 </a:t>
            </a:r>
            <a:r>
              <a:rPr b="0" lang="pt-BR" sz="1200" spc="-24" strike="noStrike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</a:rPr>
              <a:t>2)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lvl="1" marL="330840" indent="-121680">
              <a:lnSpc>
                <a:spcPct val="100000"/>
              </a:lnSpc>
              <a:buClr>
                <a:srgbClr val="0e6ec5"/>
              </a:buClr>
              <a:buSzPct val="83000"/>
              <a:buFont typeface="DejaVu Sans"/>
              <a:buChar char="⚫"/>
            </a:pPr>
            <a:r>
              <a:rPr b="0" lang="pt-BR" sz="1200" spc="38" strike="noStrike" u="sng">
                <a:solidFill>
                  <a:srgbClr val="f49100"/>
                </a:solidFill>
                <a:uFill>
                  <a:solidFill>
                    <a:srgbClr val="f49100"/>
                  </a:solidFill>
                </a:uFill>
                <a:latin typeface="Times New Roman"/>
                <a:hlinkClick r:id="rId4"/>
              </a:rPr>
              <a:t>https://youtu.be/clIhHcHB9n8</a:t>
            </a:r>
            <a:endParaRPr b="0" lang="pt-BR" sz="1800" spc="-1" strike="noStrike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timing>
    <p:tnLst>
      <p:par>
        <p:cTn id="75" dur="indefinite" restart="never" nodeType="tmRoot">
          <p:childTnLst>
            <p:seq>
              <p:cTn id="76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Application>LibreOffice/5.1.2.2$Windows_x86 LibreOffice_project/d3bf12ecb743fc0d20e0be0c58ca359301eb705f</Application>
  <Words>1069</Words>
  <Paragraphs>215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2024-02-22T17:46:54Z</dcterms:created>
  <dc:creator>Backes</dc:creator>
  <dc:description/>
  <dc:language>pt-BR</dc:language>
  <cp:lastModifiedBy/>
  <dcterms:modified xsi:type="dcterms:W3CDTF">2025-11-07T09:45:50Z</dcterms:modified>
  <cp:revision>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reated">
    <vt:filetime>2022-05-30T00:00:00Z</vt:filetime>
  </property>
  <property fmtid="{D5CDD505-2E9C-101B-9397-08002B2CF9AE}" pid="4" name="Creator">
    <vt:lpwstr>Microsoft® PowerPoint® 2010</vt:lpwstr>
  </property>
  <property fmtid="{D5CDD505-2E9C-101B-9397-08002B2CF9AE}" pid="5" name="HiddenSlides">
    <vt:i4>0</vt:i4>
  </property>
  <property fmtid="{D5CDD505-2E9C-101B-9397-08002B2CF9AE}" pid="6" name="HyperlinksChanged">
    <vt:bool>0</vt:bool>
  </property>
  <property fmtid="{D5CDD505-2E9C-101B-9397-08002B2CF9AE}" pid="7" name="LastSaved">
    <vt:filetime>2024-02-22T00:00:00Z</vt:filetime>
  </property>
  <property fmtid="{D5CDD505-2E9C-101B-9397-08002B2CF9AE}" pid="8" name="LinksUpToDate">
    <vt:bool>0</vt:bool>
  </property>
  <property fmtid="{D5CDD505-2E9C-101B-9397-08002B2CF9AE}" pid="9" name="MMClips">
    <vt:i4>0</vt:i4>
  </property>
  <property fmtid="{D5CDD505-2E9C-101B-9397-08002B2CF9AE}" pid="10" name="Notes">
    <vt:i4>0</vt:i4>
  </property>
  <property fmtid="{D5CDD505-2E9C-101B-9397-08002B2CF9AE}" pid="11" name="PresentationFormat">
    <vt:lpwstr>Custom</vt:lpwstr>
  </property>
  <property fmtid="{D5CDD505-2E9C-101B-9397-08002B2CF9AE}" pid="12" name="Producer">
    <vt:lpwstr>3-Heights(TM) PDF Security Shell 4.8.25.2 (http://www.pdf-tools.com)</vt:lpwstr>
  </property>
  <property fmtid="{D5CDD505-2E9C-101B-9397-08002B2CF9AE}" pid="13" name="ScaleCrop">
    <vt:bool>0</vt:bool>
  </property>
  <property fmtid="{D5CDD505-2E9C-101B-9397-08002B2CF9AE}" pid="14" name="ShareDoc">
    <vt:bool>0</vt:bool>
  </property>
  <property fmtid="{D5CDD505-2E9C-101B-9397-08002B2CF9AE}" pid="15" name="Slides">
    <vt:i4>38</vt:i4>
  </property>
</Properties>
</file>